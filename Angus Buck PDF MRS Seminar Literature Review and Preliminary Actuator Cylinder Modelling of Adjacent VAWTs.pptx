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354" r:id="rId3"/>
    <p:sldId id="274" r:id="rId4"/>
    <p:sldId id="260" r:id="rId5"/>
    <p:sldId id="292" r:id="rId6"/>
    <p:sldId id="277" r:id="rId7"/>
    <p:sldId id="370" r:id="rId8"/>
    <p:sldId id="364" r:id="rId9"/>
    <p:sldId id="361" r:id="rId10"/>
    <p:sldId id="365" r:id="rId11"/>
    <p:sldId id="324" r:id="rId12"/>
    <p:sldId id="359" r:id="rId13"/>
    <p:sldId id="366" r:id="rId14"/>
    <p:sldId id="344" r:id="rId15"/>
    <p:sldId id="341" r:id="rId16"/>
    <p:sldId id="371" r:id="rId17"/>
    <p:sldId id="342" r:id="rId18"/>
    <p:sldId id="343" r:id="rId19"/>
    <p:sldId id="369" r:id="rId20"/>
    <p:sldId id="368" r:id="rId21"/>
    <p:sldId id="367" r:id="rId22"/>
    <p:sldId id="372" r:id="rId23"/>
    <p:sldId id="373" r:id="rId24"/>
    <p:sldId id="374" r:id="rId25"/>
    <p:sldId id="375" r:id="rId26"/>
    <p:sldId id="377" r:id="rId27"/>
    <p:sldId id="351" r:id="rId28"/>
    <p:sldId id="376" r:id="rId29"/>
    <p:sldId id="352" r:id="rId30"/>
    <p:sldId id="363" r:id="rId31"/>
    <p:sldId id="357" r:id="rId32"/>
    <p:sldId id="279" r:id="rId3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FBB388CE-B350-45AA-9F30-95AD5D1EB50B}">
          <p14:sldIdLst>
            <p14:sldId id="256"/>
            <p14:sldId id="354"/>
            <p14:sldId id="274"/>
            <p14:sldId id="260"/>
            <p14:sldId id="292"/>
            <p14:sldId id="277"/>
            <p14:sldId id="370"/>
            <p14:sldId id="364"/>
            <p14:sldId id="361"/>
            <p14:sldId id="365"/>
            <p14:sldId id="324"/>
            <p14:sldId id="359"/>
            <p14:sldId id="366"/>
            <p14:sldId id="344"/>
            <p14:sldId id="341"/>
            <p14:sldId id="371"/>
            <p14:sldId id="342"/>
            <p14:sldId id="343"/>
            <p14:sldId id="369"/>
            <p14:sldId id="368"/>
            <p14:sldId id="367"/>
            <p14:sldId id="372"/>
            <p14:sldId id="373"/>
            <p14:sldId id="374"/>
            <p14:sldId id="375"/>
            <p14:sldId id="377"/>
            <p14:sldId id="351"/>
            <p14:sldId id="376"/>
            <p14:sldId id="352"/>
            <p14:sldId id="363"/>
            <p14:sldId id="357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6691"/>
    <a:srgbClr val="45B5B1"/>
    <a:srgbClr val="CC00CC"/>
    <a:srgbClr val="FF00FF"/>
    <a:srgbClr val="3B9DA5"/>
    <a:srgbClr val="2B96B7"/>
    <a:srgbClr val="257AC6"/>
    <a:srgbClr val="3FB2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6FE658-753A-462D-BA34-ACA953ABF6D0}" v="30" dt="2025-10-09T23:14:03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03" autoAdjust="0"/>
    <p:restoredTop sz="87279" autoAdjust="0"/>
  </p:normalViewPr>
  <p:slideViewPr>
    <p:cSldViewPr snapToGrid="0">
      <p:cViewPr varScale="1">
        <p:scale>
          <a:sx n="66" d="100"/>
          <a:sy n="66" d="100"/>
        </p:scale>
        <p:origin x="4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195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us Buck" userId="b258b40d-36d9-4b8a-a4a0-a98e20c87050" providerId="ADAL" clId="{9B39850F-9551-4461-A028-335F215C3275}"/>
    <pc:docChg chg="undo custSel addSld delSld modSld sldOrd delSection modSection">
      <pc:chgData name="Angus Buck" userId="b258b40d-36d9-4b8a-a4a0-a98e20c87050" providerId="ADAL" clId="{9B39850F-9551-4461-A028-335F215C3275}" dt="2025-10-09T23:15:03.647" v="101" actId="478"/>
      <pc:docMkLst>
        <pc:docMk/>
      </pc:docMkLst>
      <pc:sldChg chg="delSp modSp mod delAnim modAnim">
        <pc:chgData name="Angus Buck" userId="b258b40d-36d9-4b8a-a4a0-a98e20c87050" providerId="ADAL" clId="{9B39850F-9551-4461-A028-335F215C3275}" dt="2025-10-09T23:06:52.046" v="28" actId="20577"/>
        <pc:sldMkLst>
          <pc:docMk/>
          <pc:sldMk cId="2299024291" sldId="277"/>
        </pc:sldMkLst>
        <pc:spChg chg="mod">
          <ac:chgData name="Angus Buck" userId="b258b40d-36d9-4b8a-a4a0-a98e20c87050" providerId="ADAL" clId="{9B39850F-9551-4461-A028-335F215C3275}" dt="2025-10-09T23:06:52.046" v="28" actId="20577"/>
          <ac:spMkLst>
            <pc:docMk/>
            <pc:sldMk cId="2299024291" sldId="277"/>
            <ac:spMk id="37" creationId="{81367E83-CBC7-864A-B7E2-8F6C62A53E36}"/>
          </ac:spMkLst>
        </pc:spChg>
        <pc:picChg chg="del">
          <ac:chgData name="Angus Buck" userId="b258b40d-36d9-4b8a-a4a0-a98e20c87050" providerId="ADAL" clId="{9B39850F-9551-4461-A028-335F215C3275}" dt="2025-10-09T23:06:45.659" v="27" actId="478"/>
          <ac:picMkLst>
            <pc:docMk/>
            <pc:sldMk cId="2299024291" sldId="277"/>
            <ac:picMk id="11" creationId="{8422A8F8-2F7D-8B9A-9243-A4DE08303162}"/>
          </ac:picMkLst>
        </pc:picChg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4078703274" sldId="278"/>
        </pc:sldMkLst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715693224" sldId="282"/>
        </pc:sldMkLst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1679076071" sldId="287"/>
        </pc:sldMkLst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2558132036" sldId="289"/>
        </pc:sldMkLst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2852135012" sldId="290"/>
        </pc:sldMkLst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401683969" sldId="294"/>
        </pc:sldMkLst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2518752071" sldId="303"/>
        </pc:sldMkLst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1139731565" sldId="312"/>
        </pc:sldMkLst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2404729480" sldId="313"/>
        </pc:sldMkLst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513601111" sldId="314"/>
        </pc:sldMkLst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2332694092" sldId="321"/>
        </pc:sldMkLst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131240234" sldId="323"/>
        </pc:sldMkLst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2280663568" sldId="329"/>
        </pc:sldMkLst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3689224945" sldId="330"/>
        </pc:sldMkLst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3888366925" sldId="331"/>
        </pc:sldMkLst>
      </pc:sldChg>
      <pc:sldChg chg="add del">
        <pc:chgData name="Angus Buck" userId="b258b40d-36d9-4b8a-a4a0-a98e20c87050" providerId="ADAL" clId="{9B39850F-9551-4461-A028-335F215C3275}" dt="2025-10-09T23:04:29.126" v="3" actId="47"/>
        <pc:sldMkLst>
          <pc:docMk/>
          <pc:sldMk cId="2446995834" sldId="332"/>
        </pc:sldMkLst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2917852414" sldId="338"/>
        </pc:sldMkLst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1059521263" sldId="340"/>
        </pc:sldMkLst>
      </pc:sldChg>
      <pc:sldChg chg="delSp modSp mod delAnim">
        <pc:chgData name="Angus Buck" userId="b258b40d-36d9-4b8a-a4a0-a98e20c87050" providerId="ADAL" clId="{9B39850F-9551-4461-A028-335F215C3275}" dt="2025-10-09T23:08:55.443" v="51" actId="478"/>
        <pc:sldMkLst>
          <pc:docMk/>
          <pc:sldMk cId="1243760153" sldId="342"/>
        </pc:sldMkLst>
        <pc:spChg chg="del">
          <ac:chgData name="Angus Buck" userId="b258b40d-36d9-4b8a-a4a0-a98e20c87050" providerId="ADAL" clId="{9B39850F-9551-4461-A028-335F215C3275}" dt="2025-10-09T23:08:52.918" v="50" actId="478"/>
          <ac:spMkLst>
            <pc:docMk/>
            <pc:sldMk cId="1243760153" sldId="342"/>
            <ac:spMk id="4" creationId="{DA38679F-D8F6-D6C0-4C3F-1052379AE756}"/>
          </ac:spMkLst>
        </pc:spChg>
        <pc:spChg chg="del mod">
          <ac:chgData name="Angus Buck" userId="b258b40d-36d9-4b8a-a4a0-a98e20c87050" providerId="ADAL" clId="{9B39850F-9551-4461-A028-335F215C3275}" dt="2025-10-09T23:08:48.400" v="48" actId="478"/>
          <ac:spMkLst>
            <pc:docMk/>
            <pc:sldMk cId="1243760153" sldId="342"/>
            <ac:spMk id="10" creationId="{5F6BED76-4C6D-D5C8-CCF4-5D6AEB32BD37}"/>
          </ac:spMkLst>
        </pc:spChg>
        <pc:spChg chg="del">
          <ac:chgData name="Angus Buck" userId="b258b40d-36d9-4b8a-a4a0-a98e20c87050" providerId="ADAL" clId="{9B39850F-9551-4461-A028-335F215C3275}" dt="2025-10-09T23:08:55.443" v="51" actId="478"/>
          <ac:spMkLst>
            <pc:docMk/>
            <pc:sldMk cId="1243760153" sldId="342"/>
            <ac:spMk id="13" creationId="{7928C8BC-7B4D-4B47-1ABB-071A63E6E157}"/>
          </ac:spMkLst>
        </pc:spChg>
        <pc:picChg chg="del">
          <ac:chgData name="Angus Buck" userId="b258b40d-36d9-4b8a-a4a0-a98e20c87050" providerId="ADAL" clId="{9B39850F-9551-4461-A028-335F215C3275}" dt="2025-10-09T23:08:50.596" v="49" actId="478"/>
          <ac:picMkLst>
            <pc:docMk/>
            <pc:sldMk cId="1243760153" sldId="342"/>
            <ac:picMk id="12" creationId="{FF73C909-3E64-A138-E59D-AB78D1492390}"/>
          </ac:picMkLst>
        </pc:picChg>
      </pc:sldChg>
      <pc:sldChg chg="add del">
        <pc:chgData name="Angus Buck" userId="b258b40d-36d9-4b8a-a4a0-a98e20c87050" providerId="ADAL" clId="{9B39850F-9551-4461-A028-335F215C3275}" dt="2025-10-09T23:04:25.836" v="2" actId="47"/>
        <pc:sldMkLst>
          <pc:docMk/>
          <pc:sldMk cId="4178733502" sldId="346"/>
        </pc:sldMkLst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2042323009" sldId="349"/>
        </pc:sldMkLst>
      </pc:sldChg>
      <pc:sldChg chg="modSp add del">
        <pc:chgData name="Angus Buck" userId="b258b40d-36d9-4b8a-a4a0-a98e20c87050" providerId="ADAL" clId="{9B39850F-9551-4461-A028-335F215C3275}" dt="2025-10-09T23:06:06.839" v="24" actId="47"/>
        <pc:sldMkLst>
          <pc:docMk/>
          <pc:sldMk cId="405517715" sldId="350"/>
        </pc:sldMkLst>
        <pc:spChg chg="mod">
          <ac:chgData name="Angus Buck" userId="b258b40d-36d9-4b8a-a4a0-a98e20c87050" providerId="ADAL" clId="{9B39850F-9551-4461-A028-335F215C3275}" dt="2025-10-09T23:05:43.501" v="23" actId="20577"/>
          <ac:spMkLst>
            <pc:docMk/>
            <pc:sldMk cId="405517715" sldId="350"/>
            <ac:spMk id="10" creationId="{BFB9E988-E2AD-11FA-95D0-15E619EF1F27}"/>
          </ac:spMkLst>
        </pc:spChg>
        <pc:picChg chg="mod">
          <ac:chgData name="Angus Buck" userId="b258b40d-36d9-4b8a-a4a0-a98e20c87050" providerId="ADAL" clId="{9B39850F-9551-4461-A028-335F215C3275}" dt="2025-10-09T23:05:13.424" v="14" actId="1076"/>
          <ac:picMkLst>
            <pc:docMk/>
            <pc:sldMk cId="405517715" sldId="350"/>
            <ac:picMk id="11" creationId="{7B17B843-6A8C-63F1-49D0-A856BBC6F51D}"/>
          </ac:picMkLst>
        </pc:picChg>
        <pc:picChg chg="mod">
          <ac:chgData name="Angus Buck" userId="b258b40d-36d9-4b8a-a4a0-a98e20c87050" providerId="ADAL" clId="{9B39850F-9551-4461-A028-335F215C3275}" dt="2025-10-09T23:05:08.211" v="12" actId="14100"/>
          <ac:picMkLst>
            <pc:docMk/>
            <pc:sldMk cId="405517715" sldId="350"/>
            <ac:picMk id="1026" creationId="{DCE845C2-D581-AA6D-E34B-68B5069B54B2}"/>
          </ac:picMkLst>
        </pc:picChg>
        <pc:picChg chg="mod">
          <ac:chgData name="Angus Buck" userId="b258b40d-36d9-4b8a-a4a0-a98e20c87050" providerId="ADAL" clId="{9B39850F-9551-4461-A028-335F215C3275}" dt="2025-10-09T23:05:05.133" v="11" actId="1076"/>
          <ac:picMkLst>
            <pc:docMk/>
            <pc:sldMk cId="405517715" sldId="350"/>
            <ac:picMk id="1028" creationId="{33B20638-3AFF-0853-2E83-438AD9A46F73}"/>
          </ac:picMkLst>
        </pc:picChg>
        <pc:picChg chg="mod">
          <ac:chgData name="Angus Buck" userId="b258b40d-36d9-4b8a-a4a0-a98e20c87050" providerId="ADAL" clId="{9B39850F-9551-4461-A028-335F215C3275}" dt="2025-10-09T23:05:25.912" v="17" actId="14100"/>
          <ac:picMkLst>
            <pc:docMk/>
            <pc:sldMk cId="405517715" sldId="350"/>
            <ac:picMk id="1032" creationId="{40016D03-5AE7-2578-CEE5-D76D6FF048B5}"/>
          </ac:picMkLst>
        </pc:picChg>
      </pc:sldChg>
      <pc:sldChg chg="delSp mod delAnim">
        <pc:chgData name="Angus Buck" userId="b258b40d-36d9-4b8a-a4a0-a98e20c87050" providerId="ADAL" clId="{9B39850F-9551-4461-A028-335F215C3275}" dt="2025-10-09T23:14:57.438" v="99" actId="478"/>
        <pc:sldMkLst>
          <pc:docMk/>
          <pc:sldMk cId="92623929" sldId="351"/>
        </pc:sldMkLst>
        <pc:picChg chg="del">
          <ac:chgData name="Angus Buck" userId="b258b40d-36d9-4b8a-a4a0-a98e20c87050" providerId="ADAL" clId="{9B39850F-9551-4461-A028-335F215C3275}" dt="2025-10-09T23:14:19.163" v="96" actId="478"/>
          <ac:picMkLst>
            <pc:docMk/>
            <pc:sldMk cId="92623929" sldId="351"/>
            <ac:picMk id="9" creationId="{B9E1F786-514B-EB75-4934-0A2B0FAE3824}"/>
          </ac:picMkLst>
        </pc:picChg>
        <pc:picChg chg="del">
          <ac:chgData name="Angus Buck" userId="b258b40d-36d9-4b8a-a4a0-a98e20c87050" providerId="ADAL" clId="{9B39850F-9551-4461-A028-335F215C3275}" dt="2025-10-09T23:14:28.374" v="98" actId="478"/>
          <ac:picMkLst>
            <pc:docMk/>
            <pc:sldMk cId="92623929" sldId="351"/>
            <ac:picMk id="21" creationId="{61206F0A-F1C5-B49E-403E-A59669A92394}"/>
          </ac:picMkLst>
        </pc:picChg>
        <pc:picChg chg="del">
          <ac:chgData name="Angus Buck" userId="b258b40d-36d9-4b8a-a4a0-a98e20c87050" providerId="ADAL" clId="{9B39850F-9551-4461-A028-335F215C3275}" dt="2025-10-09T23:14:57.438" v="99" actId="478"/>
          <ac:picMkLst>
            <pc:docMk/>
            <pc:sldMk cId="92623929" sldId="351"/>
            <ac:picMk id="23" creationId="{35E665F8-45CE-7924-E140-A06FF156AF8F}"/>
          </ac:picMkLst>
        </pc:picChg>
        <pc:picChg chg="del">
          <ac:chgData name="Angus Buck" userId="b258b40d-36d9-4b8a-a4a0-a98e20c87050" providerId="ADAL" clId="{9B39850F-9551-4461-A028-335F215C3275}" dt="2025-10-09T23:14:26.588" v="97" actId="478"/>
          <ac:picMkLst>
            <pc:docMk/>
            <pc:sldMk cId="92623929" sldId="351"/>
            <ac:picMk id="24" creationId="{FD6429A7-68D0-F1DB-0148-EEA2B85FDAFA}"/>
          </ac:picMkLst>
        </pc:picChg>
      </pc:sldChg>
      <pc:sldChg chg="add del">
        <pc:chgData name="Angus Buck" userId="b258b40d-36d9-4b8a-a4a0-a98e20c87050" providerId="ADAL" clId="{9B39850F-9551-4461-A028-335F215C3275}" dt="2025-10-09T23:06:06.839" v="24" actId="47"/>
        <pc:sldMkLst>
          <pc:docMk/>
          <pc:sldMk cId="510964812" sldId="358"/>
        </pc:sldMkLst>
      </pc:sldChg>
      <pc:sldChg chg="delSp mod delAnim">
        <pc:chgData name="Angus Buck" userId="b258b40d-36d9-4b8a-a4a0-a98e20c87050" providerId="ADAL" clId="{9B39850F-9551-4461-A028-335F215C3275}" dt="2025-10-09T23:13:02.133" v="70" actId="478"/>
        <pc:sldMkLst>
          <pc:docMk/>
          <pc:sldMk cId="2618929166" sldId="367"/>
        </pc:sldMkLst>
        <pc:picChg chg="del">
          <ac:chgData name="Angus Buck" userId="b258b40d-36d9-4b8a-a4a0-a98e20c87050" providerId="ADAL" clId="{9B39850F-9551-4461-A028-335F215C3275}" dt="2025-10-09T23:12:40.745" v="66" actId="478"/>
          <ac:picMkLst>
            <pc:docMk/>
            <pc:sldMk cId="2618929166" sldId="367"/>
            <ac:picMk id="2" creationId="{AEC407FF-1FC8-3E6A-4482-000873AD543B}"/>
          </ac:picMkLst>
        </pc:picChg>
        <pc:picChg chg="del">
          <ac:chgData name="Angus Buck" userId="b258b40d-36d9-4b8a-a4a0-a98e20c87050" providerId="ADAL" clId="{9B39850F-9551-4461-A028-335F215C3275}" dt="2025-10-09T23:13:02.133" v="70" actId="478"/>
          <ac:picMkLst>
            <pc:docMk/>
            <pc:sldMk cId="2618929166" sldId="367"/>
            <ac:picMk id="4" creationId="{5553321F-D61D-B091-B063-D11DDDE4C8EE}"/>
          </ac:picMkLst>
        </pc:picChg>
        <pc:picChg chg="del">
          <ac:chgData name="Angus Buck" userId="b258b40d-36d9-4b8a-a4a0-a98e20c87050" providerId="ADAL" clId="{9B39850F-9551-4461-A028-335F215C3275}" dt="2025-10-09T23:12:43.660" v="67" actId="478"/>
          <ac:picMkLst>
            <pc:docMk/>
            <pc:sldMk cId="2618929166" sldId="367"/>
            <ac:picMk id="16" creationId="{08FD2CBE-8600-8236-28E8-0EBEEC312BB9}"/>
          </ac:picMkLst>
        </pc:picChg>
      </pc:sldChg>
      <pc:sldChg chg="delSp mod delAnim">
        <pc:chgData name="Angus Buck" userId="b258b40d-36d9-4b8a-a4a0-a98e20c87050" providerId="ADAL" clId="{9B39850F-9551-4461-A028-335F215C3275}" dt="2025-10-09T23:09:31.326" v="61" actId="478"/>
        <pc:sldMkLst>
          <pc:docMk/>
          <pc:sldMk cId="2835923215" sldId="369"/>
        </pc:sldMkLst>
        <pc:spChg chg="del">
          <ac:chgData name="Angus Buck" userId="b258b40d-36d9-4b8a-a4a0-a98e20c87050" providerId="ADAL" clId="{9B39850F-9551-4461-A028-335F215C3275}" dt="2025-10-09T23:09:06.148" v="53" actId="478"/>
          <ac:spMkLst>
            <pc:docMk/>
            <pc:sldMk cId="2835923215" sldId="369"/>
            <ac:spMk id="2" creationId="{8F33B652-93C9-E713-11AF-26E4EEB458A4}"/>
          </ac:spMkLst>
        </pc:spChg>
        <pc:spChg chg="del">
          <ac:chgData name="Angus Buck" userId="b258b40d-36d9-4b8a-a4a0-a98e20c87050" providerId="ADAL" clId="{9B39850F-9551-4461-A028-335F215C3275}" dt="2025-10-09T23:09:04.513" v="52" actId="478"/>
          <ac:spMkLst>
            <pc:docMk/>
            <pc:sldMk cId="2835923215" sldId="369"/>
            <ac:spMk id="4" creationId="{02A59616-7A39-3351-2444-8CF20963AE38}"/>
          </ac:spMkLst>
        </pc:spChg>
        <pc:spChg chg="del">
          <ac:chgData name="Angus Buck" userId="b258b40d-36d9-4b8a-a4a0-a98e20c87050" providerId="ADAL" clId="{9B39850F-9551-4461-A028-335F215C3275}" dt="2025-10-09T23:09:24.207" v="58" actId="478"/>
          <ac:spMkLst>
            <pc:docMk/>
            <pc:sldMk cId="2835923215" sldId="369"/>
            <ac:spMk id="5" creationId="{D6966768-89C0-41F6-73B1-E39868D5A014}"/>
          </ac:spMkLst>
        </pc:spChg>
        <pc:spChg chg="del">
          <ac:chgData name="Angus Buck" userId="b258b40d-36d9-4b8a-a4a0-a98e20c87050" providerId="ADAL" clId="{9B39850F-9551-4461-A028-335F215C3275}" dt="2025-10-09T23:09:25.350" v="59" actId="478"/>
          <ac:spMkLst>
            <pc:docMk/>
            <pc:sldMk cId="2835923215" sldId="369"/>
            <ac:spMk id="6" creationId="{69A2170C-BBE8-0FD8-D5BB-20E6162D3861}"/>
          </ac:spMkLst>
        </pc:spChg>
        <pc:spChg chg="del">
          <ac:chgData name="Angus Buck" userId="b258b40d-36d9-4b8a-a4a0-a98e20c87050" providerId="ADAL" clId="{9B39850F-9551-4461-A028-335F215C3275}" dt="2025-10-09T23:09:19.403" v="55" actId="478"/>
          <ac:spMkLst>
            <pc:docMk/>
            <pc:sldMk cId="2835923215" sldId="369"/>
            <ac:spMk id="7" creationId="{2C6ADFB7-F2AF-A884-8C84-C650F4210FE6}"/>
          </ac:spMkLst>
        </pc:spChg>
        <pc:spChg chg="del">
          <ac:chgData name="Angus Buck" userId="b258b40d-36d9-4b8a-a4a0-a98e20c87050" providerId="ADAL" clId="{9B39850F-9551-4461-A028-335F215C3275}" dt="2025-10-09T23:09:23.113" v="57" actId="478"/>
          <ac:spMkLst>
            <pc:docMk/>
            <pc:sldMk cId="2835923215" sldId="369"/>
            <ac:spMk id="8" creationId="{3B80CBF7-F89D-C4FB-048C-CCB6405B7041}"/>
          </ac:spMkLst>
        </pc:spChg>
        <pc:spChg chg="del">
          <ac:chgData name="Angus Buck" userId="b258b40d-36d9-4b8a-a4a0-a98e20c87050" providerId="ADAL" clId="{9B39850F-9551-4461-A028-335F215C3275}" dt="2025-10-09T23:09:21.409" v="56" actId="478"/>
          <ac:spMkLst>
            <pc:docMk/>
            <pc:sldMk cId="2835923215" sldId="369"/>
            <ac:spMk id="9" creationId="{21A014F7-A6A5-B0D6-92BB-DDBCBC37442E}"/>
          </ac:spMkLst>
        </pc:spChg>
        <pc:spChg chg="del">
          <ac:chgData name="Angus Buck" userId="b258b40d-36d9-4b8a-a4a0-a98e20c87050" providerId="ADAL" clId="{9B39850F-9551-4461-A028-335F215C3275}" dt="2025-10-09T23:09:31.326" v="61" actId="478"/>
          <ac:spMkLst>
            <pc:docMk/>
            <pc:sldMk cId="2835923215" sldId="369"/>
            <ac:spMk id="10" creationId="{F1AB4C0A-6225-6971-C37A-525788798360}"/>
          </ac:spMkLst>
        </pc:spChg>
        <pc:spChg chg="del">
          <ac:chgData name="Angus Buck" userId="b258b40d-36d9-4b8a-a4a0-a98e20c87050" providerId="ADAL" clId="{9B39850F-9551-4461-A028-335F215C3275}" dt="2025-10-09T23:09:11.303" v="54" actId="478"/>
          <ac:spMkLst>
            <pc:docMk/>
            <pc:sldMk cId="2835923215" sldId="369"/>
            <ac:spMk id="13" creationId="{F856B164-3A76-F41C-2CC5-CDB3A42A7789}"/>
          </ac:spMkLst>
        </pc:spChg>
        <pc:spChg chg="del">
          <ac:chgData name="Angus Buck" userId="b258b40d-36d9-4b8a-a4a0-a98e20c87050" providerId="ADAL" clId="{9B39850F-9551-4461-A028-335F215C3275}" dt="2025-10-09T23:09:26.826" v="60" actId="478"/>
          <ac:spMkLst>
            <pc:docMk/>
            <pc:sldMk cId="2835923215" sldId="369"/>
            <ac:spMk id="14" creationId="{55EA9158-26A1-F650-A43E-3E8CE2FDBEF7}"/>
          </ac:spMkLst>
        </pc:spChg>
      </pc:sldChg>
      <pc:sldChg chg="add">
        <pc:chgData name="Angus Buck" userId="b258b40d-36d9-4b8a-a4a0-a98e20c87050" providerId="ADAL" clId="{9B39850F-9551-4461-A028-335F215C3275}" dt="2025-10-09T23:06:34.081" v="26"/>
        <pc:sldMkLst>
          <pc:docMk/>
          <pc:sldMk cId="2414054729" sldId="370"/>
        </pc:sldMkLst>
      </pc:sldChg>
      <pc:sldChg chg="delSp modSp add mod ord delAnim modAnim">
        <pc:chgData name="Angus Buck" userId="b258b40d-36d9-4b8a-a4a0-a98e20c87050" providerId="ADAL" clId="{9B39850F-9551-4461-A028-335F215C3275}" dt="2025-10-09T23:08:41.142" v="46"/>
        <pc:sldMkLst>
          <pc:docMk/>
          <pc:sldMk cId="543926118" sldId="371"/>
        </pc:sldMkLst>
        <pc:spChg chg="mod">
          <ac:chgData name="Angus Buck" userId="b258b40d-36d9-4b8a-a4a0-a98e20c87050" providerId="ADAL" clId="{9B39850F-9551-4461-A028-335F215C3275}" dt="2025-10-09T23:07:32.006" v="30" actId="20577"/>
          <ac:spMkLst>
            <pc:docMk/>
            <pc:sldMk cId="543926118" sldId="371"/>
            <ac:spMk id="2" creationId="{7C978ED1-D380-3036-D85A-3043A9DB3EEA}"/>
          </ac:spMkLst>
        </pc:spChg>
        <pc:spChg chg="del mod">
          <ac:chgData name="Angus Buck" userId="b258b40d-36d9-4b8a-a4a0-a98e20c87050" providerId="ADAL" clId="{9B39850F-9551-4461-A028-335F215C3275}" dt="2025-10-09T23:08:38.238" v="44" actId="478"/>
          <ac:spMkLst>
            <pc:docMk/>
            <pc:sldMk cId="543926118" sldId="371"/>
            <ac:spMk id="7" creationId="{6C2C0E7B-90C4-F6E2-87AD-A85177C869D5}"/>
          </ac:spMkLst>
        </pc:spChg>
        <pc:spChg chg="mod">
          <ac:chgData name="Angus Buck" userId="b258b40d-36d9-4b8a-a4a0-a98e20c87050" providerId="ADAL" clId="{9B39850F-9551-4461-A028-335F215C3275}" dt="2025-10-09T23:08:35.018" v="43" actId="14100"/>
          <ac:spMkLst>
            <pc:docMk/>
            <pc:sldMk cId="543926118" sldId="371"/>
            <ac:spMk id="10" creationId="{DDE33EF5-D604-3C90-1FE3-490DCD85D2E5}"/>
          </ac:spMkLst>
        </pc:spChg>
        <pc:picChg chg="del">
          <ac:chgData name="Angus Buck" userId="b258b40d-36d9-4b8a-a4a0-a98e20c87050" providerId="ADAL" clId="{9B39850F-9551-4461-A028-335F215C3275}" dt="2025-10-09T23:07:36.158" v="31" actId="478"/>
          <ac:picMkLst>
            <pc:docMk/>
            <pc:sldMk cId="543926118" sldId="371"/>
            <ac:picMk id="5" creationId="{5E3562A6-8010-192C-7A72-E6C05C4ADD5D}"/>
          </ac:picMkLst>
        </pc:picChg>
      </pc:sldChg>
      <pc:sldChg chg="delSp add mod delAnim">
        <pc:chgData name="Angus Buck" userId="b258b40d-36d9-4b8a-a4a0-a98e20c87050" providerId="ADAL" clId="{9B39850F-9551-4461-A028-335F215C3275}" dt="2025-10-09T23:13:10.513" v="73" actId="478"/>
        <pc:sldMkLst>
          <pc:docMk/>
          <pc:sldMk cId="1725136729" sldId="372"/>
        </pc:sldMkLst>
        <pc:picChg chg="del">
          <ac:chgData name="Angus Buck" userId="b258b40d-36d9-4b8a-a4a0-a98e20c87050" providerId="ADAL" clId="{9B39850F-9551-4461-A028-335F215C3275}" dt="2025-10-09T23:12:53.378" v="68" actId="478"/>
          <ac:picMkLst>
            <pc:docMk/>
            <pc:sldMk cId="1725136729" sldId="372"/>
            <ac:picMk id="2" creationId="{354D8598-73FF-0F6F-946D-FE11240E4E32}"/>
          </ac:picMkLst>
        </pc:picChg>
        <pc:picChg chg="del">
          <ac:chgData name="Angus Buck" userId="b258b40d-36d9-4b8a-a4a0-a98e20c87050" providerId="ADAL" clId="{9B39850F-9551-4461-A028-335F215C3275}" dt="2025-10-09T23:13:07.060" v="71" actId="478"/>
          <ac:picMkLst>
            <pc:docMk/>
            <pc:sldMk cId="1725136729" sldId="372"/>
            <ac:picMk id="6" creationId="{EEE9D0C5-A033-A6B8-0A1D-1A95D264B6F9}"/>
          </ac:picMkLst>
        </pc:picChg>
        <pc:picChg chg="del">
          <ac:chgData name="Angus Buck" userId="b258b40d-36d9-4b8a-a4a0-a98e20c87050" providerId="ADAL" clId="{9B39850F-9551-4461-A028-335F215C3275}" dt="2025-10-09T23:13:10.513" v="73" actId="478"/>
          <ac:picMkLst>
            <pc:docMk/>
            <pc:sldMk cId="1725136729" sldId="372"/>
            <ac:picMk id="10" creationId="{8975D8F1-70A0-265E-6E63-1B615BADF0C4}"/>
          </ac:picMkLst>
        </pc:picChg>
        <pc:picChg chg="del">
          <ac:chgData name="Angus Buck" userId="b258b40d-36d9-4b8a-a4a0-a98e20c87050" providerId="ADAL" clId="{9B39850F-9551-4461-A028-335F215C3275}" dt="2025-10-09T23:13:09.184" v="72" actId="478"/>
          <ac:picMkLst>
            <pc:docMk/>
            <pc:sldMk cId="1725136729" sldId="372"/>
            <ac:picMk id="14" creationId="{953062DD-CFAC-BF0F-1141-8E2B9AE88523}"/>
          </ac:picMkLst>
        </pc:picChg>
        <pc:picChg chg="del">
          <ac:chgData name="Angus Buck" userId="b258b40d-36d9-4b8a-a4a0-a98e20c87050" providerId="ADAL" clId="{9B39850F-9551-4461-A028-335F215C3275}" dt="2025-10-09T23:12:56.105" v="69" actId="478"/>
          <ac:picMkLst>
            <pc:docMk/>
            <pc:sldMk cId="1725136729" sldId="372"/>
            <ac:picMk id="16" creationId="{058325E2-192A-2EE3-4302-CA07560B6BA6}"/>
          </ac:picMkLst>
        </pc:picChg>
      </pc:sldChg>
      <pc:sldChg chg="delSp add mod delAnim">
        <pc:chgData name="Angus Buck" userId="b258b40d-36d9-4b8a-a4a0-a98e20c87050" providerId="ADAL" clId="{9B39850F-9551-4461-A028-335F215C3275}" dt="2025-10-09T23:13:19.810" v="78" actId="478"/>
        <pc:sldMkLst>
          <pc:docMk/>
          <pc:sldMk cId="1034249184" sldId="373"/>
        </pc:sldMkLst>
        <pc:picChg chg="del">
          <ac:chgData name="Angus Buck" userId="b258b40d-36d9-4b8a-a4a0-a98e20c87050" providerId="ADAL" clId="{9B39850F-9551-4461-A028-335F215C3275}" dt="2025-10-09T23:13:14.739" v="74" actId="478"/>
          <ac:picMkLst>
            <pc:docMk/>
            <pc:sldMk cId="1034249184" sldId="373"/>
            <ac:picMk id="2" creationId="{53537CA7-1FF0-A40C-8B80-F5E60280D6D1}"/>
          </ac:picMkLst>
        </pc:picChg>
        <pc:picChg chg="del">
          <ac:chgData name="Angus Buck" userId="b258b40d-36d9-4b8a-a4a0-a98e20c87050" providerId="ADAL" clId="{9B39850F-9551-4461-A028-335F215C3275}" dt="2025-10-09T23:13:17.498" v="76" actId="478"/>
          <ac:picMkLst>
            <pc:docMk/>
            <pc:sldMk cId="1034249184" sldId="373"/>
            <ac:picMk id="4" creationId="{4EE9BBBF-D4D4-DBF5-BF74-F884499A96A7}"/>
          </ac:picMkLst>
        </pc:picChg>
        <pc:picChg chg="del">
          <ac:chgData name="Angus Buck" userId="b258b40d-36d9-4b8a-a4a0-a98e20c87050" providerId="ADAL" clId="{9B39850F-9551-4461-A028-335F215C3275}" dt="2025-10-09T23:13:18.610" v="77" actId="478"/>
          <ac:picMkLst>
            <pc:docMk/>
            <pc:sldMk cId="1034249184" sldId="373"/>
            <ac:picMk id="6" creationId="{340DF454-CD92-4A8A-D1E1-C999DCD3C6EB}"/>
          </ac:picMkLst>
        </pc:picChg>
        <pc:picChg chg="del">
          <ac:chgData name="Angus Buck" userId="b258b40d-36d9-4b8a-a4a0-a98e20c87050" providerId="ADAL" clId="{9B39850F-9551-4461-A028-335F215C3275}" dt="2025-10-09T23:13:19.810" v="78" actId="478"/>
          <ac:picMkLst>
            <pc:docMk/>
            <pc:sldMk cId="1034249184" sldId="373"/>
            <ac:picMk id="14" creationId="{93643111-EB0C-424C-F191-33F7B703BEAD}"/>
          </ac:picMkLst>
        </pc:picChg>
        <pc:picChg chg="del">
          <ac:chgData name="Angus Buck" userId="b258b40d-36d9-4b8a-a4a0-a98e20c87050" providerId="ADAL" clId="{9B39850F-9551-4461-A028-335F215C3275}" dt="2025-10-09T23:13:16.275" v="75" actId="478"/>
          <ac:picMkLst>
            <pc:docMk/>
            <pc:sldMk cId="1034249184" sldId="373"/>
            <ac:picMk id="16" creationId="{F0A2F54B-BE3B-B168-31F2-6357AEDA8251}"/>
          </ac:picMkLst>
        </pc:picChg>
      </pc:sldChg>
      <pc:sldChg chg="delSp add mod delAnim">
        <pc:chgData name="Angus Buck" userId="b258b40d-36d9-4b8a-a4a0-a98e20c87050" providerId="ADAL" clId="{9B39850F-9551-4461-A028-335F215C3275}" dt="2025-10-09T23:13:27.337" v="83" actId="478"/>
        <pc:sldMkLst>
          <pc:docMk/>
          <pc:sldMk cId="2839017665" sldId="374"/>
        </pc:sldMkLst>
        <pc:picChg chg="del">
          <ac:chgData name="Angus Buck" userId="b258b40d-36d9-4b8a-a4a0-a98e20c87050" providerId="ADAL" clId="{9B39850F-9551-4461-A028-335F215C3275}" dt="2025-10-09T23:13:23.183" v="79" actId="478"/>
          <ac:picMkLst>
            <pc:docMk/>
            <pc:sldMk cId="2839017665" sldId="374"/>
            <ac:picMk id="2" creationId="{D9F22333-2917-8940-632C-4287527BD689}"/>
          </ac:picMkLst>
        </pc:picChg>
        <pc:picChg chg="del">
          <ac:chgData name="Angus Buck" userId="b258b40d-36d9-4b8a-a4a0-a98e20c87050" providerId="ADAL" clId="{9B39850F-9551-4461-A028-335F215C3275}" dt="2025-10-09T23:13:24.340" v="80" actId="478"/>
          <ac:picMkLst>
            <pc:docMk/>
            <pc:sldMk cId="2839017665" sldId="374"/>
            <ac:picMk id="4" creationId="{2C7F932F-68A3-DFFB-0C7E-731CDACE8246}"/>
          </ac:picMkLst>
        </pc:picChg>
        <pc:picChg chg="del">
          <ac:chgData name="Angus Buck" userId="b258b40d-36d9-4b8a-a4a0-a98e20c87050" providerId="ADAL" clId="{9B39850F-9551-4461-A028-335F215C3275}" dt="2025-10-09T23:13:26.112" v="82" actId="478"/>
          <ac:picMkLst>
            <pc:docMk/>
            <pc:sldMk cId="2839017665" sldId="374"/>
            <ac:picMk id="6" creationId="{C9E869D1-D795-946F-CCF6-5BE4F39AC5F9}"/>
          </ac:picMkLst>
        </pc:picChg>
        <pc:picChg chg="del">
          <ac:chgData name="Angus Buck" userId="b258b40d-36d9-4b8a-a4a0-a98e20c87050" providerId="ADAL" clId="{9B39850F-9551-4461-A028-335F215C3275}" dt="2025-10-09T23:13:27.337" v="83" actId="478"/>
          <ac:picMkLst>
            <pc:docMk/>
            <pc:sldMk cId="2839017665" sldId="374"/>
            <ac:picMk id="10" creationId="{92AA73EE-0509-0DC9-E32F-63B5FF0021B6}"/>
          </ac:picMkLst>
        </pc:picChg>
        <pc:picChg chg="del">
          <ac:chgData name="Angus Buck" userId="b258b40d-36d9-4b8a-a4a0-a98e20c87050" providerId="ADAL" clId="{9B39850F-9551-4461-A028-335F215C3275}" dt="2025-10-09T23:13:25.191" v="81" actId="478"/>
          <ac:picMkLst>
            <pc:docMk/>
            <pc:sldMk cId="2839017665" sldId="374"/>
            <ac:picMk id="16" creationId="{C132E3BA-CE26-6A62-D2D0-494BA337AC51}"/>
          </ac:picMkLst>
        </pc:picChg>
      </pc:sldChg>
      <pc:sldChg chg="delSp modSp add mod delAnim">
        <pc:chgData name="Angus Buck" userId="b258b40d-36d9-4b8a-a4a0-a98e20c87050" providerId="ADAL" clId="{9B39850F-9551-4461-A028-335F215C3275}" dt="2025-10-09T23:13:44.305" v="89" actId="478"/>
        <pc:sldMkLst>
          <pc:docMk/>
          <pc:sldMk cId="1195382666" sldId="375"/>
        </pc:sldMkLst>
        <pc:picChg chg="del">
          <ac:chgData name="Angus Buck" userId="b258b40d-36d9-4b8a-a4a0-a98e20c87050" providerId="ADAL" clId="{9B39850F-9551-4461-A028-335F215C3275}" dt="2025-10-09T23:13:31.546" v="84" actId="478"/>
          <ac:picMkLst>
            <pc:docMk/>
            <pc:sldMk cId="1195382666" sldId="375"/>
            <ac:picMk id="2" creationId="{107EFF87-0BA3-0B8D-D858-D3C54E4DD534}"/>
          </ac:picMkLst>
        </pc:picChg>
        <pc:picChg chg="del">
          <ac:chgData name="Angus Buck" userId="b258b40d-36d9-4b8a-a4a0-a98e20c87050" providerId="ADAL" clId="{9B39850F-9551-4461-A028-335F215C3275}" dt="2025-10-09T23:13:32.736" v="85" actId="478"/>
          <ac:picMkLst>
            <pc:docMk/>
            <pc:sldMk cId="1195382666" sldId="375"/>
            <ac:picMk id="4" creationId="{C45B7BAE-74C4-CD12-62C5-4EAC9C12080C}"/>
          </ac:picMkLst>
        </pc:picChg>
        <pc:picChg chg="del">
          <ac:chgData name="Angus Buck" userId="b258b40d-36d9-4b8a-a4a0-a98e20c87050" providerId="ADAL" clId="{9B39850F-9551-4461-A028-335F215C3275}" dt="2025-10-09T23:13:42.518" v="87" actId="478"/>
          <ac:picMkLst>
            <pc:docMk/>
            <pc:sldMk cId="1195382666" sldId="375"/>
            <ac:picMk id="6" creationId="{852977B8-8F6B-71B2-D1C7-A6D7A490F5D2}"/>
          </ac:picMkLst>
        </pc:picChg>
        <pc:picChg chg="del">
          <ac:chgData name="Angus Buck" userId="b258b40d-36d9-4b8a-a4a0-a98e20c87050" providerId="ADAL" clId="{9B39850F-9551-4461-A028-335F215C3275}" dt="2025-10-09T23:13:43.445" v="88" actId="478"/>
          <ac:picMkLst>
            <pc:docMk/>
            <pc:sldMk cId="1195382666" sldId="375"/>
            <ac:picMk id="10" creationId="{D0B17503-B821-CB6B-7422-BFE389151372}"/>
          </ac:picMkLst>
        </pc:picChg>
        <pc:picChg chg="del">
          <ac:chgData name="Angus Buck" userId="b258b40d-36d9-4b8a-a4a0-a98e20c87050" providerId="ADAL" clId="{9B39850F-9551-4461-A028-335F215C3275}" dt="2025-10-09T23:13:44.305" v="89" actId="478"/>
          <ac:picMkLst>
            <pc:docMk/>
            <pc:sldMk cId="1195382666" sldId="375"/>
            <ac:picMk id="14" creationId="{451CDDF2-EE45-14B4-389E-349ADA2747F8}"/>
          </ac:picMkLst>
        </pc:picChg>
        <pc:picChg chg="ord">
          <ac:chgData name="Angus Buck" userId="b258b40d-36d9-4b8a-a4a0-a98e20c87050" providerId="ADAL" clId="{9B39850F-9551-4461-A028-335F215C3275}" dt="2025-10-09T23:13:39.898" v="86" actId="167"/>
          <ac:picMkLst>
            <pc:docMk/>
            <pc:sldMk cId="1195382666" sldId="375"/>
            <ac:picMk id="16" creationId="{2C4AE977-BBA4-B465-DE8C-C55315BAAA4B}"/>
          </ac:picMkLst>
        </pc:picChg>
      </pc:sldChg>
      <pc:sldChg chg="delSp add mod delAnim">
        <pc:chgData name="Angus Buck" userId="b258b40d-36d9-4b8a-a4a0-a98e20c87050" providerId="ADAL" clId="{9B39850F-9551-4461-A028-335F215C3275}" dt="2025-10-09T23:15:03.647" v="101" actId="478"/>
        <pc:sldMkLst>
          <pc:docMk/>
          <pc:sldMk cId="1588684991" sldId="376"/>
        </pc:sldMkLst>
        <pc:picChg chg="del">
          <ac:chgData name="Angus Buck" userId="b258b40d-36d9-4b8a-a4a0-a98e20c87050" providerId="ADAL" clId="{9B39850F-9551-4461-A028-335F215C3275}" dt="2025-10-09T23:15:01.841" v="100" actId="478"/>
          <ac:picMkLst>
            <pc:docMk/>
            <pc:sldMk cId="1588684991" sldId="376"/>
            <ac:picMk id="9" creationId="{D03FEE3A-66BE-CFE5-22A5-FEB7248C2248}"/>
          </ac:picMkLst>
        </pc:picChg>
        <pc:picChg chg="del">
          <ac:chgData name="Angus Buck" userId="b258b40d-36d9-4b8a-a4a0-a98e20c87050" providerId="ADAL" clId="{9B39850F-9551-4461-A028-335F215C3275}" dt="2025-10-09T23:15:03.647" v="101" actId="478"/>
          <ac:picMkLst>
            <pc:docMk/>
            <pc:sldMk cId="1588684991" sldId="376"/>
            <ac:picMk id="22" creationId="{7BC9252C-40FB-39B9-1159-C0D166253FED}"/>
          </ac:picMkLst>
        </pc:picChg>
      </pc:sldChg>
      <pc:sldChg chg="delSp add mod ord delAnim">
        <pc:chgData name="Angus Buck" userId="b258b40d-36d9-4b8a-a4a0-a98e20c87050" providerId="ADAL" clId="{9B39850F-9551-4461-A028-335F215C3275}" dt="2025-10-09T23:14:16.695" v="95"/>
        <pc:sldMkLst>
          <pc:docMk/>
          <pc:sldMk cId="1460691259" sldId="377"/>
        </pc:sldMkLst>
        <pc:picChg chg="del">
          <ac:chgData name="Angus Buck" userId="b258b40d-36d9-4b8a-a4a0-a98e20c87050" providerId="ADAL" clId="{9B39850F-9551-4461-A028-335F215C3275}" dt="2025-10-09T23:14:12.225" v="93" actId="478"/>
          <ac:picMkLst>
            <pc:docMk/>
            <pc:sldMk cId="1460691259" sldId="377"/>
            <ac:picMk id="22" creationId="{163EF055-DD64-6E9A-69AF-1DF5D96AF24C}"/>
          </ac:picMkLst>
        </pc:picChg>
        <pc:picChg chg="del">
          <ac:chgData name="Angus Buck" userId="b258b40d-36d9-4b8a-a4a0-a98e20c87050" providerId="ADAL" clId="{9B39850F-9551-4461-A028-335F215C3275}" dt="2025-10-09T23:14:08.054" v="92" actId="478"/>
          <ac:picMkLst>
            <pc:docMk/>
            <pc:sldMk cId="1460691259" sldId="377"/>
            <ac:picMk id="23" creationId="{BC1E849E-F883-96FD-AEA3-26193AD9B2A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B9EB8-0CA0-4D93-ABC1-AC35E140C0C9}" type="datetimeFigureOut">
              <a:rPr lang="en-GB" smtClean="0"/>
              <a:t>10/10/2025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B98D4-6299-4240-9581-255D0567C6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167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269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569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/>
              <a:t>More turbine so more impedance to the flow</a:t>
            </a:r>
          </a:p>
          <a:p>
            <a:endParaRPr lang="en-GB" sz="1200" dirty="0"/>
          </a:p>
          <a:p>
            <a:r>
              <a:rPr lang="en-GB" sz="1200" dirty="0"/>
              <a:t>Lateral velocity variously reversed and/or reduced</a:t>
            </a:r>
          </a:p>
          <a:p>
            <a:r>
              <a:rPr lang="en-GB" dirty="0"/>
              <a:t>More favourable = lasts longer and torque is greater</a:t>
            </a:r>
          </a:p>
          <a:p>
            <a:endParaRPr lang="en-GB" dirty="0"/>
          </a:p>
          <a:p>
            <a:r>
              <a:rPr lang="en-GB" dirty="0"/>
              <a:t>Overall, increase dominates, net gain of power on this half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896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Flow can’t escape laterally as the wake of the other turbine blocks it</a:t>
            </a:r>
          </a:p>
          <a:p>
            <a:r>
              <a:rPr lang="en-GB" dirty="0"/>
              <a:t>To conserve mass, this means the flow rate must increase, pushing more air through the back, increasing power.</a:t>
            </a:r>
          </a:p>
          <a:p>
            <a:r>
              <a:rPr lang="en-GB" dirty="0"/>
              <a:t>So overall, we have power gain all across the turbine.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621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8519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AC4A0-E266-94B5-7FFB-49B590372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D347A-32F5-BABF-6CF9-1ED8127E6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F03D0-10AC-77CE-B0E1-7415813C9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3563A-3404-5FB6-AA53-73FC904A4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454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C252B-6D76-7775-F007-D5083B14B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A4110-46E1-339D-3EAC-17A9DB1D7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89FA0-222A-5E23-8D4F-6A9093862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IUW increases in power for small angle deviations?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2.5D spacing in particular only had a small drop relative to 3D spacing, while going to 2D and 1.5D resulted in significant drops.</a:t>
            </a:r>
          </a:p>
          <a:p>
            <a:pPr marL="0" indent="0">
              <a:buNone/>
            </a:pPr>
            <a:r>
              <a:rPr lang="en-GB" dirty="0"/>
              <a:t>3D seems quite far apart - at which point do you stop getting the blockage benefits and your power starts decreasing again?</a:t>
            </a:r>
          </a:p>
          <a:p>
            <a:pPr marL="0" indent="0">
              <a:buNone/>
            </a:pPr>
            <a:r>
              <a:rPr lang="en-GB" dirty="0"/>
              <a:t>[1] concludes </a:t>
            </a:r>
            <a:r>
              <a:rPr lang="en-GB" dirty="0" err="1"/>
              <a:t>idw</a:t>
            </a:r>
            <a:r>
              <a:rPr lang="en-GB" dirty="0"/>
              <a:t> configuration at 3D spacing gives the same average performance over a wide range (over 90 degrees) around its ideal 180 degree case.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[1] take the assumption that the back</a:t>
            </a:r>
            <a:r>
              <a:rPr lang="en-GB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turbine would see a wind speed less that the cut-in speed and so not rotate at</a:t>
            </a:r>
            <a:r>
              <a:rPr lang="en-GB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all, and thus trivially find the front turbine’s power is exactly that of an isolated</a:t>
            </a:r>
            <a:r>
              <a:rPr lang="en-GB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turbine’s, an increase compared to the case of the highly-but-not-fully shadowed</a:t>
            </a:r>
            <a:r>
              <a:rPr lang="en-GB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 turbine.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2CC5B-66E1-FC6C-1263-E8F83D5246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457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Mention you’ve been out the loop for a while and this info may be out of date ^_^;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~350m*425m (150,000m</a:t>
            </a:r>
            <a:r>
              <a:rPr lang="en-GB" sz="1200" baseline="30000" dirty="0"/>
              <a:t>2</a:t>
            </a:r>
            <a:r>
              <a:rPr lang="en-GB" sz="1200" dirty="0"/>
              <a:t>) swept area total</a:t>
            </a:r>
          </a:p>
          <a:p>
            <a:r>
              <a:rPr lang="en-GB" dirty="0"/>
              <a:t>Blockage = flow concentration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733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D9CD2-7C07-199C-A94C-330D9408B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CCC24E-EB52-B0CF-53F9-728E3D854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FFA7C8-8EE3-B34F-0D42-122E9AA39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(sum of v*</a:t>
            </a:r>
            <a:r>
              <a:rPr lang="el-GR" dirty="0"/>
              <a:t>Δ</a:t>
            </a:r>
            <a:r>
              <a:rPr lang="en-GB" dirty="0"/>
              <a:t>p at each point, *2</a:t>
            </a:r>
            <a:r>
              <a:rPr lang="el-GR" dirty="0"/>
              <a:t>π</a:t>
            </a:r>
            <a:r>
              <a:rPr lang="en-GB" dirty="0"/>
              <a:t>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B0F5E-EBE5-42D8-7DA8-388315CED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476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(THIS IS POWER EXTRACTED FROM WIND, NOT POWER GENERATED BY TURBINE (BASICALLY BETZ I THINK) I THINK)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09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1C075-3D12-3F2C-E01F-51398D971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4B223-F4A5-736D-1B76-8E051F9C5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34FDCE-80AA-63AF-BDF9-B373B182E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(sum of v*</a:t>
            </a:r>
            <a:r>
              <a:rPr lang="el-GR" dirty="0"/>
              <a:t>Δ</a:t>
            </a:r>
            <a:r>
              <a:rPr lang="en-GB" dirty="0"/>
              <a:t>p at each point, *2</a:t>
            </a:r>
            <a:r>
              <a:rPr lang="el-GR" dirty="0"/>
              <a:t>π</a:t>
            </a:r>
            <a:r>
              <a:rPr lang="en-GB" dirty="0"/>
              <a:t>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(THIS IS POWER EXTRACTED FROM WIND, NOT POWER GENERATED BY TURBINE (BASICALLY BETZ I THINK) I THINK)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C6873-35DC-C05C-C484-2F353B42B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856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(sum of v*</a:t>
            </a:r>
            <a:r>
              <a:rPr lang="el-GR" dirty="0"/>
              <a:t>Δ</a:t>
            </a:r>
            <a:r>
              <a:rPr lang="en-GB" dirty="0"/>
              <a:t>p at each point, *2</a:t>
            </a:r>
            <a:r>
              <a:rPr lang="el-GR" dirty="0"/>
              <a:t>π</a:t>
            </a:r>
            <a:r>
              <a:rPr lang="en-GB" dirty="0"/>
              <a:t>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(THIS IS POWER EXTRACTED FROM WIND, NOT POWER GENERATED BY TURBINE (BASICALLY BETZ I THINK) I THINK)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042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4A63C-B5CD-4019-F122-031E5721F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AF203-E46D-ACE7-E446-18A5DC142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67FE0-FDA2-9A9E-301E-172458774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(Gain equations for wind’s the velocity and pressure perturbations)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Deduce wind velocity perturbation </a:t>
            </a:r>
            <a:r>
              <a:rPr lang="en-GB" dirty="0" err="1"/>
              <a:t>eq</a:t>
            </a:r>
            <a:r>
              <a:rPr lang="en-GB" u="sng" baseline="30000" dirty="0" err="1"/>
              <a:t>n</a:t>
            </a:r>
            <a:r>
              <a:rPr lang="en-GB" dirty="0"/>
              <a:t> FROM pressure </a:t>
            </a:r>
            <a:r>
              <a:rPr lang="en-GB" dirty="0" err="1"/>
              <a:t>eq</a:t>
            </a:r>
            <a:r>
              <a:rPr lang="en-GB" u="sng" baseline="30000" dirty="0" err="1"/>
              <a:t>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EB4EF-D2A3-F14A-26C2-FE2A69316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3702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167D7-AC64-F2F4-FA08-93CDE0502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D8195-19EB-8433-20D1-08D18D214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A20A5-F8D5-9C57-0119-D2CBA6EFA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D8874-7A41-8581-7D5C-C3873E2283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90642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5786E-790F-3551-5414-E30EBD1E4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295AE-B219-E887-4139-6CA5CB24F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1C2A8-DBE9-3326-8783-3F1548A12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EB309-297D-9EC5-1568-0FF83108AC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7950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E58E7-3A99-0BAB-BFDC-8F30A0689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F672D-3CB0-D9D2-81DA-6EA735128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6EDC9-C3F8-2BBD-C66C-E7A01CB2A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98251-92C5-8121-F62E-AD36027BAD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6132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CCEF0-E729-344C-5C8D-36D59DEAA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869764-10F5-6C3F-6665-65284251F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FE9AD-7291-C9CC-8574-C63459BA2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FC252-A4C1-8229-7F4B-A9748ED218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6457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F94FF-F9A3-B756-79DD-19C5D3223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7EFABA-11B3-58CB-FF3A-411BDEA2F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C523C-C09F-11DB-48C9-D25E74894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71842-A3F0-D166-3B95-D9AA7B85B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50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CB784-4A63-58D3-499D-88D6B3E8C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F52F9-ECE1-E257-B346-2895FEB2A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301B5-6D89-0999-F9B7-D5B2451FF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4CD96-2E83-E0B4-B741-DE4BA9F315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2998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39EB6-C844-79DD-9151-52D6680A2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3D858-F3EF-BFA0-CD3E-0861C967D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D07238-0E13-7A15-4C78-DD435CCE1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48BCA-DBBE-0830-1E32-A0B47E7FEA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53264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D9AC4-6C57-89B7-5B0A-32BD04234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965BE-0CAA-937B-875E-89B5D3DC7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D1EC7-C083-B71A-B085-9C9146400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08E60-6BF7-E34F-29FF-18B1F7AF95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5650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31CAD-A6F1-6231-CB2E-B75C53676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AA92BC-368F-B73C-3B01-15E3420A7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1F6740-5B79-720A-E38A-77C4E40B6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Open Sans" panose="020B0606030504020204"/>
                <a:sym typeface="Wingdings" panose="05000000000000000000" pitchFamily="2" charset="2"/>
              </a:rPr>
              <a:t>(Are there other bits of physics that I’d expect AC to get wrong? Lack of wake expansion =&gt; better results at tight spacings, or </a:t>
            </a:r>
            <a:r>
              <a:rPr lang="en-GB" dirty="0" err="1">
                <a:latin typeface="Open Sans" panose="020B0606030504020204"/>
                <a:sym typeface="Wingdings" panose="05000000000000000000" pitchFamily="2" charset="2"/>
              </a:rPr>
              <a:t>smth</a:t>
            </a:r>
            <a:r>
              <a:rPr lang="en-GB" dirty="0">
                <a:latin typeface="Open Sans" panose="020B0606030504020204"/>
                <a:sym typeface="Wingdings" panose="05000000000000000000" pitchFamily="2" charset="2"/>
              </a:rPr>
              <a:t>?)</a:t>
            </a:r>
          </a:p>
          <a:p>
            <a:pPr marL="0" indent="0">
              <a:buNone/>
            </a:pPr>
            <a:r>
              <a:rPr lang="en-GB" dirty="0">
                <a:latin typeface="Open Sans" panose="020B0606030504020204"/>
                <a:sym typeface="Wingdings" panose="05000000000000000000" pitchFamily="2" charset="2"/>
              </a:rPr>
              <a:t>(did I compare against Araya/ACFOAM? I should do that)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95E09-412D-FD04-104E-FD3B2F37B1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1823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77499-6DED-AD9C-B522-F68A5C669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127F3-96D1-DFF7-845E-003874544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26007-E4DB-AAB3-793F-A007CC190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Recall that The wake of a VAWT deflects laterally in the direction of the upwind-travelling blade.</a:t>
            </a:r>
          </a:p>
          <a:p>
            <a:endParaRPr lang="en-GB" dirty="0"/>
          </a:p>
          <a:p>
            <a:r>
              <a:rPr lang="en-GB" dirty="0"/>
              <a:t>Stronger/different aerodynamic effect =&gt; stronger/different wake that side</a:t>
            </a:r>
          </a:p>
          <a:p>
            <a:r>
              <a:rPr lang="en-GB" dirty="0"/>
              <a:t>Related to Magnus effect/VAWT side force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IUW/IDW configuration will have converging/diverging wakes respectively.</a:t>
            </a:r>
          </a:p>
          <a:p>
            <a:r>
              <a:rPr lang="en-GB" dirty="0"/>
              <a:t>IUW wake is narrower (~1.1 </a:t>
            </a:r>
            <a:r>
              <a:rPr lang="en-GB" dirty="0" err="1"/>
              <a:t>eq.Ø</a:t>
            </a:r>
            <a:r>
              <a:rPr lang="en-GB" dirty="0"/>
              <a:t> vs ~1.7 </a:t>
            </a:r>
            <a:r>
              <a:rPr lang="en-GB" dirty="0" err="1"/>
              <a:t>eq.Ø</a:t>
            </a:r>
            <a:r>
              <a:rPr lang="en-GB" dirty="0"/>
              <a:t>) and taller</a:t>
            </a:r>
          </a:p>
          <a:p>
            <a:r>
              <a:rPr lang="en-GB" dirty="0"/>
              <a:t>Colliding wake has to escape vertically</a:t>
            </a:r>
          </a:p>
          <a:p>
            <a:r>
              <a:rPr lang="en-GB" dirty="0"/>
              <a:t>“Appears to be a cancellation mechanism enhancing the dissipation of the turbulence for the [IUW] configuration”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Opportunities:</a:t>
            </a:r>
          </a:p>
          <a:p>
            <a:r>
              <a:rPr lang="en-GB" dirty="0"/>
              <a:t>Narrower wake has benefit for farms</a:t>
            </a:r>
          </a:p>
          <a:p>
            <a:r>
              <a:rPr lang="en-GB" dirty="0"/>
              <a:t>Possibility of enhanced wake recovery for IUW?</a:t>
            </a:r>
          </a:p>
          <a:p>
            <a:r>
              <a:rPr lang="en-GB" dirty="0"/>
              <a:t>Possibility of reduced turbulence?</a:t>
            </a:r>
          </a:p>
          <a:p>
            <a:r>
              <a:rPr lang="en-GB" dirty="0"/>
              <a:t>Power benefit?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291E1-5FE4-4799-9DAA-F3A822C828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2818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EF546-7694-06BA-6872-53BAFE9C5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70F9C7-0870-6088-AB2F-B3F1DA3F6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12FF7-0C67-F8BF-FA53-53C528713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F4722-8320-7CDF-FA7D-8E17CF3A87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4003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Happy to answer any questions I</a:t>
            </a:r>
            <a:r>
              <a:rPr lang="en-GB" baseline="0" dirty="0"/>
              <a:t> can in the question session, or else please chat to me during the conference dinner this evening ^_^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DB98D4-6299-4240-9581-255D0567C6AC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094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emf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7F7C669E-5CDA-C10E-EB66-5F5DC669C8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5575" r="934" b="34360"/>
          <a:stretch/>
        </p:blipFill>
        <p:spPr>
          <a:xfrm>
            <a:off x="0" y="-26125"/>
            <a:ext cx="12219370" cy="691211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BC5F921-0021-62E6-0251-1DC8B9F7EE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9" y="2497831"/>
            <a:ext cx="8937567" cy="2393205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Martel Heavy" pitchFamily="2" charset="77"/>
                <a:cs typeface="Martel Heavy" pitchFamily="2" charset="77"/>
              </a:defRPr>
            </a:lvl1pPr>
          </a:lstStyle>
          <a:p>
            <a:r>
              <a:rPr lang="en-GB" noProof="0"/>
              <a:t>Edit master title format.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370A272-D1E3-F4F3-E7B1-7F68D40A40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5055285"/>
            <a:ext cx="8937567" cy="10279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Edit </a:t>
            </a:r>
            <a:r>
              <a:rPr lang="de-DE" err="1"/>
              <a:t>master</a:t>
            </a:r>
            <a:r>
              <a:rPr lang="de-DE"/>
              <a:t> </a:t>
            </a:r>
            <a:r>
              <a:rPr lang="en-US" noProof="0"/>
              <a:t>subtitle</a:t>
            </a:r>
            <a:r>
              <a:rPr lang="de-DE"/>
              <a:t> </a:t>
            </a:r>
            <a:r>
              <a:rPr lang="de-DE" err="1"/>
              <a:t>format</a:t>
            </a:r>
            <a:endParaRPr lang="de-DE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11F3708E-BF39-F35C-2826-26C7D763D224}"/>
              </a:ext>
            </a:extLst>
          </p:cNvPr>
          <p:cNvCxnSpPr>
            <a:cxnSpLocks/>
          </p:cNvCxnSpPr>
          <p:nvPr userDrawn="1"/>
        </p:nvCxnSpPr>
        <p:spPr>
          <a:xfrm>
            <a:off x="809623" y="4933477"/>
            <a:ext cx="61857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B7B33858-7DA0-6400-89A5-28B8D1D5C1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46970" b="18208"/>
          <a:stretch/>
        </p:blipFill>
        <p:spPr>
          <a:xfrm>
            <a:off x="8318892" y="774740"/>
            <a:ext cx="3900478" cy="6083260"/>
          </a:xfrm>
          <a:prstGeom prst="rect">
            <a:avLst/>
          </a:prstGeom>
        </p:spPr>
      </p:pic>
      <p:sp>
        <p:nvSpPr>
          <p:cNvPr id="16" name="Datumsplatzhalter 2">
            <a:extLst>
              <a:ext uri="{FF2B5EF4-FFF2-40B4-BE49-F238E27FC236}">
                <a16:creationId xmlns:a16="http://schemas.microsoft.com/office/drawing/2014/main" id="{D6638F29-6F12-731B-72DC-5D53F14A01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83515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17" name="Fußzeilenplatzhalter 3">
            <a:extLst>
              <a:ext uri="{FF2B5EF4-FFF2-40B4-BE49-F238E27FC236}">
                <a16:creationId xmlns:a16="http://schemas.microsoft.com/office/drawing/2014/main" id="{36225AFB-D75B-C5DA-3599-78721A431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3639" y="6356350"/>
            <a:ext cx="462007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err="1"/>
              <a:t>Footer</a:t>
            </a:r>
            <a:endParaRPr lang="de-DE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257F1CA2-77AC-17B0-F150-03597B48039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01723" y="6406892"/>
            <a:ext cx="1069253" cy="154325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67B15049-2F55-6798-F021-C09F507E6F81}"/>
              </a:ext>
            </a:extLst>
          </p:cNvPr>
          <p:cNvSpPr txBox="1"/>
          <p:nvPr userDrawn="1"/>
        </p:nvSpPr>
        <p:spPr>
          <a:xfrm>
            <a:off x="7506022" y="6509079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Sponsored</a:t>
            </a:r>
            <a:r>
              <a:rPr lang="en-GB" sz="9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by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34315101-E093-6EB4-06C3-CB80D45E2FB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764365" y="450965"/>
            <a:ext cx="3900478" cy="525064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D9056173-BBD5-D7D6-8254-9356840C5D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7903" t="38622" r="14804" b="37668"/>
          <a:stretch/>
        </p:blipFill>
        <p:spPr>
          <a:xfrm>
            <a:off x="9295731" y="6332646"/>
            <a:ext cx="1643415" cy="35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18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93646E9F-FEF3-5196-5434-C6436C5B77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-27925" y="6259483"/>
            <a:ext cx="12253055" cy="626347"/>
          </a:xfrm>
          <a:prstGeom prst="rect">
            <a:avLst/>
          </a:prstGeom>
        </p:spPr>
      </p:pic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1CE041C-A904-31DF-8F00-B756192B0EF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4144" y="1531244"/>
            <a:ext cx="10363200" cy="460618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r>
              <a:rPr lang="en-GB" noProof="0"/>
              <a:t>Edit this text 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65A5B93-1D7C-02CC-2272-FF85BFB0ED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0" y="1388658"/>
            <a:ext cx="2719388" cy="45719"/>
          </a:xfrm>
          <a:prstGeom prst="rect">
            <a:avLst/>
          </a:prstGeom>
        </p:spPr>
      </p:pic>
      <p:sp>
        <p:nvSpPr>
          <p:cNvPr id="18" name="Titel 1">
            <a:extLst>
              <a:ext uri="{FF2B5EF4-FFF2-40B4-BE49-F238E27FC236}">
                <a16:creationId xmlns:a16="http://schemas.microsoft.com/office/drawing/2014/main" id="{CDF9B5ED-43E4-9BA7-43E6-BD4657B2415E}"/>
              </a:ext>
            </a:extLst>
          </p:cNvPr>
          <p:cNvSpPr txBox="1">
            <a:spLocks/>
          </p:cNvSpPr>
          <p:nvPr userDrawn="1"/>
        </p:nvSpPr>
        <p:spPr>
          <a:xfrm>
            <a:off x="838200" y="274422"/>
            <a:ext cx="8232776" cy="1349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rgbClr val="45B5B1"/>
                </a:solidFill>
                <a:latin typeface="Martel Heavy" pitchFamily="2" charset="77"/>
                <a:ea typeface="+mj-ea"/>
                <a:cs typeface="Martel Heavy" pitchFamily="2" charset="77"/>
              </a:defRPr>
            </a:lvl1pPr>
          </a:lstStyle>
          <a:p>
            <a:endParaRPr lang="en-GB" sz="4000" noProof="0"/>
          </a:p>
          <a:p>
            <a:endParaRPr lang="de-DE" sz="4000"/>
          </a:p>
        </p:txBody>
      </p:sp>
      <p:sp>
        <p:nvSpPr>
          <p:cNvPr id="19" name="Datumsplatzhalter 2">
            <a:extLst>
              <a:ext uri="{FF2B5EF4-FFF2-40B4-BE49-F238E27FC236}">
                <a16:creationId xmlns:a16="http://schemas.microsoft.com/office/drawing/2014/main" id="{1CB2EB36-1261-5F1A-F577-3C6A42AE9F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83515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20" name="Fußzeilenplatzhalter 3">
            <a:extLst>
              <a:ext uri="{FF2B5EF4-FFF2-40B4-BE49-F238E27FC236}">
                <a16:creationId xmlns:a16="http://schemas.microsoft.com/office/drawing/2014/main" id="{E243F3AA-F290-3C3A-8DD2-E5F471298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3639" y="6356350"/>
            <a:ext cx="462007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err="1"/>
              <a:t>Footer</a:t>
            </a:r>
            <a:endParaRPr lang="de-DE"/>
          </a:p>
        </p:txBody>
      </p:sp>
      <p:sp>
        <p:nvSpPr>
          <p:cNvPr id="21" name="Foliennummernplatzhalter 4">
            <a:extLst>
              <a:ext uri="{FF2B5EF4-FFF2-40B4-BE49-F238E27FC236}">
                <a16:creationId xmlns:a16="http://schemas.microsoft.com/office/drawing/2014/main" id="{6E896D08-5FCF-EAAA-8DF1-206CED639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1897" y="6356350"/>
            <a:ext cx="591903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6378575E-5BD9-5246-88D7-50CE7FE5F09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8229B02A-390B-12ED-6FF4-B48CF90287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64228" y="6391437"/>
            <a:ext cx="2647159" cy="35634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58B5C44-00FA-14C5-129E-5FB735134D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8501" b="50000"/>
          <a:stretch/>
        </p:blipFill>
        <p:spPr>
          <a:xfrm>
            <a:off x="11560207" y="6339191"/>
            <a:ext cx="664923" cy="54663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110DAF0-F521-B25C-2E71-735BED202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217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56718-737C-2ACB-F7B6-0033BE42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049CF-B57D-A3AF-59C1-358EB8239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E5B82-7452-D3FA-BAF9-C18BDDF28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BFE49-6A81-A157-C47D-CE117E22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8575E-5BD9-5246-88D7-50CE7FE5F0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1959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B199835A-7D34-73E3-D97A-1EF74C7C1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-27925" y="6259483"/>
            <a:ext cx="12253055" cy="626347"/>
          </a:xfrm>
          <a:prstGeom prst="rect">
            <a:avLst/>
          </a:prstGeom>
        </p:spPr>
      </p:pic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1CE041C-A904-31DF-8F00-B756192B0EF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1997828"/>
            <a:ext cx="10363200" cy="39591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r>
              <a:rPr lang="en-GB" noProof="0"/>
              <a:t>Edit this text 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6D89EB5B-6A04-C779-13A7-D03A3F59DB0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914400" y="1546338"/>
            <a:ext cx="10363200" cy="38005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400" b="1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EC3D039B-B8BF-A0B5-3DAF-5D52D728E2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0" y="1388658"/>
            <a:ext cx="2719388" cy="45719"/>
          </a:xfrm>
          <a:prstGeom prst="rect">
            <a:avLst/>
          </a:prstGeom>
        </p:spPr>
      </p:pic>
      <p:sp>
        <p:nvSpPr>
          <p:cNvPr id="15" name="Datumsplatzhalter 2">
            <a:extLst>
              <a:ext uri="{FF2B5EF4-FFF2-40B4-BE49-F238E27FC236}">
                <a16:creationId xmlns:a16="http://schemas.microsoft.com/office/drawing/2014/main" id="{E72D5E96-48C2-F797-9197-F7B8BEBE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83515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17" name="Foliennummernplatzhalter 4">
            <a:extLst>
              <a:ext uri="{FF2B5EF4-FFF2-40B4-BE49-F238E27FC236}">
                <a16:creationId xmlns:a16="http://schemas.microsoft.com/office/drawing/2014/main" id="{E53F60E8-3739-4164-7E7F-B8893B42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1897" y="6356350"/>
            <a:ext cx="591903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6378575E-5BD9-5246-88D7-50CE7FE5F09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06EE3CDC-232E-F283-A2C6-2E46622176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64228" y="6378737"/>
            <a:ext cx="2647159" cy="35634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DE368AF-46EC-56B6-7274-A61172CC07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8501" b="50000"/>
          <a:stretch/>
        </p:blipFill>
        <p:spPr>
          <a:xfrm>
            <a:off x="11560207" y="6339191"/>
            <a:ext cx="664923" cy="546639"/>
          </a:xfrm>
          <a:prstGeom prst="rect">
            <a:avLst/>
          </a:prstGeom>
        </p:spPr>
      </p:pic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8214BCB2-B729-3CB1-6BC5-22AE5B08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3639" y="6356350"/>
            <a:ext cx="462007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err="1"/>
              <a:t>Footer</a:t>
            </a:r>
            <a:endParaRPr lang="de-D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E80547-382D-8A4B-9A59-CD08A51E3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90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846CD3EE-4F76-ADBC-53D1-7B770B7942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-27925" y="6259483"/>
            <a:ext cx="12253055" cy="626347"/>
          </a:xfrm>
          <a:prstGeom prst="rect">
            <a:avLst/>
          </a:prstGeom>
        </p:spPr>
      </p:pic>
      <p:sp>
        <p:nvSpPr>
          <p:cNvPr id="6" name="Textplatzhalter 2">
            <a:extLst>
              <a:ext uri="{FF2B5EF4-FFF2-40B4-BE49-F238E27FC236}">
                <a16:creationId xmlns:a16="http://schemas.microsoft.com/office/drawing/2014/main" id="{6D89EB5B-6A04-C779-13A7-D03A3F59DB0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990600" y="1572281"/>
            <a:ext cx="10363200" cy="38005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400" b="1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EC7CF243-FD63-B7EB-4A47-2690A5B41BBB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990600" y="2066703"/>
            <a:ext cx="10363200" cy="39059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Edit this text</a:t>
            </a:r>
          </a:p>
        </p:txBody>
      </p: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E7CF0D17-A25F-181D-84B3-3CB24DA86B15}"/>
              </a:ext>
            </a:extLst>
          </p:cNvPr>
          <p:cNvCxnSpPr>
            <a:cxnSpLocks/>
          </p:cNvCxnSpPr>
          <p:nvPr userDrawn="1"/>
        </p:nvCxnSpPr>
        <p:spPr>
          <a:xfrm flipV="1">
            <a:off x="9840686" y="6003166"/>
            <a:ext cx="2351314" cy="20010"/>
          </a:xfrm>
          <a:prstGeom prst="line">
            <a:avLst/>
          </a:prstGeom>
          <a:ln w="9525">
            <a:solidFill>
              <a:srgbClr val="45B5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FB53833E-1F4F-7AC1-226A-5068856EF62C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8456162" y="6023176"/>
            <a:ext cx="3365513" cy="1619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9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Source</a:t>
            </a:r>
          </a:p>
          <a:p>
            <a:pPr lvl="0"/>
            <a:endParaRPr lang="de-DE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A86784DC-32CF-B159-6088-EB187DAEAE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0" y="1388658"/>
            <a:ext cx="2719388" cy="45719"/>
          </a:xfrm>
          <a:prstGeom prst="rect">
            <a:avLst/>
          </a:prstGeom>
        </p:spPr>
      </p:pic>
      <p:sp>
        <p:nvSpPr>
          <p:cNvPr id="27" name="Datumsplatzhalter 2">
            <a:extLst>
              <a:ext uri="{FF2B5EF4-FFF2-40B4-BE49-F238E27FC236}">
                <a16:creationId xmlns:a16="http://schemas.microsoft.com/office/drawing/2014/main" id="{E33BCB5B-1180-E868-805F-68B9C657B123}"/>
              </a:ext>
            </a:extLst>
          </p:cNvPr>
          <p:cNvSpPr txBox="1">
            <a:spLocks/>
          </p:cNvSpPr>
          <p:nvPr userDrawn="1"/>
        </p:nvSpPr>
        <p:spPr>
          <a:xfrm>
            <a:off x="838200" y="6356350"/>
            <a:ext cx="15835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100" kern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29" name="Foliennummernplatzhalter 4">
            <a:extLst>
              <a:ext uri="{FF2B5EF4-FFF2-40B4-BE49-F238E27FC236}">
                <a16:creationId xmlns:a16="http://schemas.microsoft.com/office/drawing/2014/main" id="{DE918EF7-333E-5FDA-5A44-202A0DD66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1897" y="6356350"/>
            <a:ext cx="591903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6378575E-5BD9-5246-88D7-50CE7FE5F09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8BC94069-EC1B-2763-AF01-CF4A479645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64228" y="6378737"/>
            <a:ext cx="2647159" cy="356348"/>
          </a:xfrm>
          <a:prstGeom prst="rect">
            <a:avLst/>
          </a:prstGeom>
        </p:spPr>
      </p:pic>
      <p:sp>
        <p:nvSpPr>
          <p:cNvPr id="2" name="Datumsplatzhalter 2">
            <a:extLst>
              <a:ext uri="{FF2B5EF4-FFF2-40B4-BE49-F238E27FC236}">
                <a16:creationId xmlns:a16="http://schemas.microsoft.com/office/drawing/2014/main" id="{758E2116-930B-0DFB-0B2A-ACA57C4C85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83515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90CF0BC-61EA-F441-456C-6C231729CD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8501" b="50000"/>
          <a:stretch/>
        </p:blipFill>
        <p:spPr>
          <a:xfrm>
            <a:off x="11560207" y="6339191"/>
            <a:ext cx="664923" cy="546639"/>
          </a:xfrm>
          <a:prstGeom prst="rect">
            <a:avLst/>
          </a:prstGeom>
        </p:spPr>
      </p:pic>
      <p:sp>
        <p:nvSpPr>
          <p:cNvPr id="8" name="Fußzeilenplatzhalter 3">
            <a:extLst>
              <a:ext uri="{FF2B5EF4-FFF2-40B4-BE49-F238E27FC236}">
                <a16:creationId xmlns:a16="http://schemas.microsoft.com/office/drawing/2014/main" id="{90EEC100-4987-87E0-BB1E-AF6FDB62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3639" y="6356350"/>
            <a:ext cx="462007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err="1"/>
              <a:t>Footer</a:t>
            </a:r>
            <a:endParaRPr lang="de-DE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97D33B-6E35-E2D1-CADA-90A3A9FC2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098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>
            <a:extLst>
              <a:ext uri="{FF2B5EF4-FFF2-40B4-BE49-F238E27FC236}">
                <a16:creationId xmlns:a16="http://schemas.microsoft.com/office/drawing/2014/main" id="{7F9CA54F-67F9-B893-792A-0E6B896C5A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-27925" y="6259483"/>
            <a:ext cx="12253055" cy="626347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A758C37-C2EC-668A-6115-E20161B51E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83515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7820FF-E33B-D954-E0A7-2AC0C529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3639" y="6356350"/>
            <a:ext cx="462007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err="1"/>
              <a:t>Footer</a:t>
            </a:r>
            <a:endParaRPr lang="de-DE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1CE041C-A904-31DF-8F00-B756192B0EF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23258" y="1982752"/>
            <a:ext cx="5105400" cy="39975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r>
              <a:rPr lang="en-GB" noProof="0"/>
              <a:t>Edit this text 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DDC1FEB-AE14-0981-889F-250B8C8CBF5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23258" y="1548689"/>
            <a:ext cx="5105400" cy="35965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921F03A-BEBD-574A-3EDC-50FD2CADDFC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314395" y="1973953"/>
            <a:ext cx="5105400" cy="40292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r>
              <a:rPr lang="en-GB" noProof="0"/>
              <a:t>Edit this text 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079E50FA-1398-B3D1-F927-BB50C26B4A9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314395" y="1543426"/>
            <a:ext cx="5105400" cy="35965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Foliennummernplatzhalter 4">
            <a:extLst>
              <a:ext uri="{FF2B5EF4-FFF2-40B4-BE49-F238E27FC236}">
                <a16:creationId xmlns:a16="http://schemas.microsoft.com/office/drawing/2014/main" id="{CCD79423-20D7-F736-DA28-8FB829A3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1897" y="6356350"/>
            <a:ext cx="591903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6378575E-5BD9-5246-88D7-50CE7FE5F099}" type="slidenum">
              <a:rPr lang="de-DE" smtClean="0"/>
              <a:pPr/>
              <a:t>‹#›</a:t>
            </a:fld>
            <a:endParaRPr lang="de-DE"/>
          </a:p>
        </p:txBody>
      </p: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0A08AB9A-32CD-1701-EA87-3E805C4E5B03}"/>
              </a:ext>
            </a:extLst>
          </p:cNvPr>
          <p:cNvCxnSpPr>
            <a:cxnSpLocks/>
          </p:cNvCxnSpPr>
          <p:nvPr userDrawn="1"/>
        </p:nvCxnSpPr>
        <p:spPr>
          <a:xfrm flipV="1">
            <a:off x="9840686" y="6003166"/>
            <a:ext cx="2351314" cy="20010"/>
          </a:xfrm>
          <a:prstGeom prst="line">
            <a:avLst/>
          </a:prstGeom>
          <a:ln w="9525">
            <a:solidFill>
              <a:srgbClr val="45B5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4536E90A-62DC-B298-20F5-3085AE77BCC2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8456162" y="6023176"/>
            <a:ext cx="3365513" cy="1619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9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Source</a:t>
            </a:r>
          </a:p>
          <a:p>
            <a:pPr lvl="0"/>
            <a:endParaRPr lang="de-DE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3F0C2A6E-762A-20FE-9D30-D3178ED872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0" y="1388658"/>
            <a:ext cx="2719388" cy="45719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98C904BD-DBCE-F3DA-4C7E-55BB3D4DE2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64228" y="6378737"/>
            <a:ext cx="2647159" cy="35634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4A7360F-8339-5A63-E27F-BBA2F5CCBA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8501" b="50000"/>
          <a:stretch/>
        </p:blipFill>
        <p:spPr>
          <a:xfrm>
            <a:off x="11560207" y="6339191"/>
            <a:ext cx="664923" cy="54663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398CA63-B18C-39C2-3A12-184E8E695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0732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fik 21">
            <a:extLst>
              <a:ext uri="{FF2B5EF4-FFF2-40B4-BE49-F238E27FC236}">
                <a16:creationId xmlns:a16="http://schemas.microsoft.com/office/drawing/2014/main" id="{E4161B0C-D5FD-B884-5994-964C74CC8C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-27925" y="6270404"/>
            <a:ext cx="12253055" cy="626347"/>
          </a:xfrm>
          <a:prstGeom prst="rect">
            <a:avLst/>
          </a:prstGeom>
        </p:spPr>
      </p:pic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1CE041C-A904-31DF-8F00-B756192B0EF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23258" y="1559040"/>
            <a:ext cx="5105400" cy="442742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r>
              <a:rPr lang="en-GB" noProof="0"/>
              <a:t>Edit this text 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F8CD2547-D7B5-4180-094D-A0665315CF9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81058" y="1560136"/>
            <a:ext cx="5105400" cy="440631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r>
              <a:rPr lang="en-GB" noProof="0"/>
              <a:t>Edit this text 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4FAC43F5-D1E0-52E0-2BDD-6E6D5C5873EE}"/>
              </a:ext>
            </a:extLst>
          </p:cNvPr>
          <p:cNvCxnSpPr>
            <a:cxnSpLocks/>
          </p:cNvCxnSpPr>
          <p:nvPr userDrawn="1"/>
        </p:nvCxnSpPr>
        <p:spPr>
          <a:xfrm flipV="1">
            <a:off x="9840686" y="6003166"/>
            <a:ext cx="2351314" cy="20010"/>
          </a:xfrm>
          <a:prstGeom prst="line">
            <a:avLst/>
          </a:prstGeom>
          <a:ln w="9525">
            <a:solidFill>
              <a:srgbClr val="45B5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EEDCBCAA-77CD-9C9F-0D55-0D062805D196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8456162" y="6023176"/>
            <a:ext cx="3365513" cy="1619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9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Source</a:t>
            </a:r>
          </a:p>
          <a:p>
            <a:pPr lvl="0"/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7C061E21-247D-F0ED-639A-DB59C2A827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0" y="1388658"/>
            <a:ext cx="2719388" cy="45719"/>
          </a:xfrm>
          <a:prstGeom prst="rect">
            <a:avLst/>
          </a:prstGeom>
        </p:spPr>
      </p:pic>
      <p:sp>
        <p:nvSpPr>
          <p:cNvPr id="24" name="Datumsplatzhalter 2">
            <a:extLst>
              <a:ext uri="{FF2B5EF4-FFF2-40B4-BE49-F238E27FC236}">
                <a16:creationId xmlns:a16="http://schemas.microsoft.com/office/drawing/2014/main" id="{DCE134D6-1C7E-5207-142E-7A831AA5E1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83515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25" name="Fußzeilenplatzhalter 3">
            <a:extLst>
              <a:ext uri="{FF2B5EF4-FFF2-40B4-BE49-F238E27FC236}">
                <a16:creationId xmlns:a16="http://schemas.microsoft.com/office/drawing/2014/main" id="{3146C8F3-AED4-88BE-8287-011ECA9C1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3639" y="6356350"/>
            <a:ext cx="462007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err="1"/>
              <a:t>Footer</a:t>
            </a:r>
            <a:endParaRPr lang="de-DE"/>
          </a:p>
        </p:txBody>
      </p:sp>
      <p:sp>
        <p:nvSpPr>
          <p:cNvPr id="26" name="Foliennummernplatzhalter 4">
            <a:extLst>
              <a:ext uri="{FF2B5EF4-FFF2-40B4-BE49-F238E27FC236}">
                <a16:creationId xmlns:a16="http://schemas.microsoft.com/office/drawing/2014/main" id="{8D6F1B86-3C18-D0B6-2073-E9A594D79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1897" y="6356350"/>
            <a:ext cx="591903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6378575E-5BD9-5246-88D7-50CE7FE5F09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1E0F016C-92CB-FA34-6BA0-05BAF74C82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64228" y="6378737"/>
            <a:ext cx="2647159" cy="35634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2307E35-6FE5-8783-9F3A-AA248A22BB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8501" b="50000"/>
          <a:stretch/>
        </p:blipFill>
        <p:spPr>
          <a:xfrm>
            <a:off x="11560207" y="6339191"/>
            <a:ext cx="664923" cy="54663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E50FF81-0F78-1881-6DF8-D458550AF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258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D01B9FAB-5860-407F-5DB9-78802A307B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-27925" y="6270404"/>
            <a:ext cx="12253055" cy="626347"/>
          </a:xfrm>
          <a:prstGeom prst="rect">
            <a:avLst/>
          </a:prstGeom>
        </p:spPr>
      </p:pic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1CE041C-A904-31DF-8F00-B756192B0EF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0600" y="1740740"/>
            <a:ext cx="5105400" cy="43966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r>
              <a:rPr lang="en-GB" noProof="0"/>
              <a:t>Edit this text 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D3646988-9833-409F-9DC0-395FAC7FD9D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7105440" y="610888"/>
            <a:ext cx="4409398" cy="39459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7551B00B-4882-0FFC-8DCA-FE60A3CEA268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7105440" y="1068387"/>
            <a:ext cx="4409398" cy="20757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Edit this text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8CFDAD29-47E4-51C6-4176-A213BA863897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7105440" y="3319314"/>
            <a:ext cx="4409398" cy="39458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226639A5-35DF-2B0B-2E79-FC5E855F9E6F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7105440" y="3788308"/>
            <a:ext cx="4409398" cy="217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Edit this text</a:t>
            </a:r>
          </a:p>
        </p:txBody>
      </p:sp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84ED9B34-5DE4-67F1-7F9A-A07BC03F4BD7}"/>
              </a:ext>
            </a:extLst>
          </p:cNvPr>
          <p:cNvCxnSpPr>
            <a:cxnSpLocks/>
          </p:cNvCxnSpPr>
          <p:nvPr userDrawn="1"/>
        </p:nvCxnSpPr>
        <p:spPr>
          <a:xfrm flipV="1">
            <a:off x="9840686" y="6003166"/>
            <a:ext cx="2351314" cy="20010"/>
          </a:xfrm>
          <a:prstGeom prst="line">
            <a:avLst/>
          </a:prstGeom>
          <a:ln w="9525">
            <a:solidFill>
              <a:srgbClr val="45B5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155B19CF-C51D-BCC1-471C-119726159DBF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456162" y="6023176"/>
            <a:ext cx="3365513" cy="1619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9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Source</a:t>
            </a:r>
          </a:p>
          <a:p>
            <a:pPr lvl="0"/>
            <a:endParaRPr lang="de-DE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3B75C23C-BB4A-864F-BBE1-474EBE153E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-27925" y="1578143"/>
            <a:ext cx="2719388" cy="45719"/>
          </a:xfrm>
          <a:prstGeom prst="rect">
            <a:avLst/>
          </a:prstGeom>
        </p:spPr>
      </p:pic>
      <p:sp>
        <p:nvSpPr>
          <p:cNvPr id="27" name="Datumsplatzhalter 2">
            <a:extLst>
              <a:ext uri="{FF2B5EF4-FFF2-40B4-BE49-F238E27FC236}">
                <a16:creationId xmlns:a16="http://schemas.microsoft.com/office/drawing/2014/main" id="{69796E17-AC4A-5DD9-F67C-53312C01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83515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28" name="Fußzeilenplatzhalter 3">
            <a:extLst>
              <a:ext uri="{FF2B5EF4-FFF2-40B4-BE49-F238E27FC236}">
                <a16:creationId xmlns:a16="http://schemas.microsoft.com/office/drawing/2014/main" id="{0CD637B9-6B90-488B-6EB7-C38F8B9D7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3639" y="6356350"/>
            <a:ext cx="462007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err="1"/>
              <a:t>Footer</a:t>
            </a:r>
            <a:endParaRPr lang="de-DE"/>
          </a:p>
        </p:txBody>
      </p:sp>
      <p:sp>
        <p:nvSpPr>
          <p:cNvPr id="29" name="Foliennummernplatzhalter 4">
            <a:extLst>
              <a:ext uri="{FF2B5EF4-FFF2-40B4-BE49-F238E27FC236}">
                <a16:creationId xmlns:a16="http://schemas.microsoft.com/office/drawing/2014/main" id="{0A107702-B95E-63E4-B584-728C175D3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1897" y="6356350"/>
            <a:ext cx="591903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6378575E-5BD9-5246-88D7-50CE7FE5F09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718B4F43-6F34-67A6-F56F-B9CFD50B15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64228" y="6378737"/>
            <a:ext cx="2647159" cy="35634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81F88CB-F31E-2F43-760A-1DBFD979A4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8501" b="50000"/>
          <a:stretch/>
        </p:blipFill>
        <p:spPr>
          <a:xfrm>
            <a:off x="11560207" y="6339191"/>
            <a:ext cx="664923" cy="54663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CD7084E-070B-B2FD-50E2-79FDC42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245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1E1B58C1-02D2-6B13-4A0F-F3443E03C3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-27925" y="6259483"/>
            <a:ext cx="12253055" cy="626347"/>
          </a:xfrm>
          <a:prstGeom prst="rect">
            <a:avLst/>
          </a:prstGeom>
        </p:spPr>
      </p:pic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AED0BD21-EAC8-EF09-29CF-75A71080BD88}"/>
              </a:ext>
            </a:extLst>
          </p:cNvPr>
          <p:cNvCxnSpPr>
            <a:cxnSpLocks/>
          </p:cNvCxnSpPr>
          <p:nvPr userDrawn="1"/>
        </p:nvCxnSpPr>
        <p:spPr>
          <a:xfrm flipV="1">
            <a:off x="9840686" y="6003166"/>
            <a:ext cx="2351314" cy="20010"/>
          </a:xfrm>
          <a:prstGeom prst="line">
            <a:avLst/>
          </a:prstGeom>
          <a:ln w="9525">
            <a:solidFill>
              <a:srgbClr val="45B5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4A9CDDAB-87F6-FFE9-F774-3C6930B273A9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8456162" y="6023176"/>
            <a:ext cx="3365513" cy="1619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9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Source</a:t>
            </a:r>
          </a:p>
          <a:p>
            <a:pPr lvl="0"/>
            <a:endParaRPr lang="de-DE"/>
          </a:p>
        </p:txBody>
      </p:sp>
      <p:sp>
        <p:nvSpPr>
          <p:cNvPr id="18" name="Bildplatzhalter 2">
            <a:extLst>
              <a:ext uri="{FF2B5EF4-FFF2-40B4-BE49-F238E27FC236}">
                <a16:creationId xmlns:a16="http://schemas.microsoft.com/office/drawing/2014/main" id="{CCE3A5FF-F458-EFCD-1AE6-23E667AE7B89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838201" y="2245553"/>
            <a:ext cx="10972798" cy="37270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err="1"/>
              <a:t>Results</a:t>
            </a:r>
            <a:endParaRPr lang="de-DE"/>
          </a:p>
        </p:txBody>
      </p:sp>
      <p:sp>
        <p:nvSpPr>
          <p:cNvPr id="8" name="Datumsplatzhalter 2">
            <a:extLst>
              <a:ext uri="{FF2B5EF4-FFF2-40B4-BE49-F238E27FC236}">
                <a16:creationId xmlns:a16="http://schemas.microsoft.com/office/drawing/2014/main" id="{5B088B9E-9D0F-7812-4CFE-1288A9057F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83515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255138E9-88A3-BADB-8B03-289B3414E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3639" y="6356350"/>
            <a:ext cx="462007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err="1"/>
              <a:t>Footer</a:t>
            </a:r>
            <a:endParaRPr lang="de-DE"/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8C552914-04F3-947D-7D72-98DBA59E7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1897" y="6356350"/>
            <a:ext cx="591903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6378575E-5BD9-5246-88D7-50CE7FE5F09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F6C66D0-D585-CFB4-DD3B-EADC7CFBB8C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64228" y="6378737"/>
            <a:ext cx="2647159" cy="35634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E2ACC6BA-74A3-F645-5BB8-B8D2903417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8501" b="50000"/>
          <a:stretch/>
        </p:blipFill>
        <p:spPr>
          <a:xfrm>
            <a:off x="11560207" y="6339191"/>
            <a:ext cx="664923" cy="54663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93E8FB2-9403-4E91-4BEA-2C9E5DBD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733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1E1B58C1-02D2-6B13-4A0F-F3443E03C3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-27925" y="6259483"/>
            <a:ext cx="12253055" cy="626347"/>
          </a:xfrm>
          <a:prstGeom prst="rect">
            <a:avLst/>
          </a:prstGeom>
        </p:spPr>
      </p:pic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AED0BD21-EAC8-EF09-29CF-75A71080BD88}"/>
              </a:ext>
            </a:extLst>
          </p:cNvPr>
          <p:cNvCxnSpPr>
            <a:cxnSpLocks/>
          </p:cNvCxnSpPr>
          <p:nvPr userDrawn="1"/>
        </p:nvCxnSpPr>
        <p:spPr>
          <a:xfrm flipV="1">
            <a:off x="9840686" y="6003166"/>
            <a:ext cx="2351314" cy="20010"/>
          </a:xfrm>
          <a:prstGeom prst="line">
            <a:avLst/>
          </a:prstGeom>
          <a:ln w="9525">
            <a:solidFill>
              <a:srgbClr val="45B5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4A9CDDAB-87F6-FFE9-F774-3C6930B273A9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8456162" y="6023176"/>
            <a:ext cx="3365513" cy="1619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9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Source</a:t>
            </a:r>
          </a:p>
          <a:p>
            <a:pPr lvl="0"/>
            <a:endParaRPr lang="de-DE"/>
          </a:p>
        </p:txBody>
      </p:sp>
      <p:sp>
        <p:nvSpPr>
          <p:cNvPr id="18" name="Bildplatzhalter 2">
            <a:extLst>
              <a:ext uri="{FF2B5EF4-FFF2-40B4-BE49-F238E27FC236}">
                <a16:creationId xmlns:a16="http://schemas.microsoft.com/office/drawing/2014/main" id="{CCE3A5FF-F458-EFCD-1AE6-23E667AE7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22913" y="834824"/>
            <a:ext cx="8088085" cy="51377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B6C61D9E-540E-8C31-5FC4-C204D09351D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32016" y="1514655"/>
            <a:ext cx="3107871" cy="44885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r>
              <a:rPr lang="en-GB" noProof="0"/>
              <a:t>Edit this text 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5D3FBE00-8913-18FD-8075-27A080EE476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32016" y="841107"/>
            <a:ext cx="3107871" cy="5766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8A5EDD56-3FF6-58E2-43F8-D9C0294E68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 rot="16200000">
            <a:off x="821861" y="3334905"/>
            <a:ext cx="5519078" cy="43200"/>
          </a:xfrm>
          <a:prstGeom prst="rect">
            <a:avLst/>
          </a:prstGeom>
        </p:spPr>
      </p:pic>
      <p:sp>
        <p:nvSpPr>
          <p:cNvPr id="23" name="Datumsplatzhalter 2">
            <a:extLst>
              <a:ext uri="{FF2B5EF4-FFF2-40B4-BE49-F238E27FC236}">
                <a16:creationId xmlns:a16="http://schemas.microsoft.com/office/drawing/2014/main" id="{013C35EA-F8BC-4CCE-2FD5-4A4C3D751B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83515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24" name="Fußzeilenplatzhalter 3">
            <a:extLst>
              <a:ext uri="{FF2B5EF4-FFF2-40B4-BE49-F238E27FC236}">
                <a16:creationId xmlns:a16="http://schemas.microsoft.com/office/drawing/2014/main" id="{724C5563-BFC7-4AFA-7063-855EFE6A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3639" y="6356350"/>
            <a:ext cx="462007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err="1"/>
              <a:t>Footer</a:t>
            </a:r>
            <a:endParaRPr lang="de-DE"/>
          </a:p>
        </p:txBody>
      </p:sp>
      <p:sp>
        <p:nvSpPr>
          <p:cNvPr id="25" name="Foliennummernplatzhalter 4">
            <a:extLst>
              <a:ext uri="{FF2B5EF4-FFF2-40B4-BE49-F238E27FC236}">
                <a16:creationId xmlns:a16="http://schemas.microsoft.com/office/drawing/2014/main" id="{A2577A49-8238-3448-FD93-2534F032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1897" y="6356350"/>
            <a:ext cx="591903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6378575E-5BD9-5246-88D7-50CE7FE5F09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3700FA4D-25F5-625F-95FB-0ED6E904FF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64228" y="6378737"/>
            <a:ext cx="2647159" cy="35634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958DF07D-27C7-D227-DB2F-F01CA35323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8501" b="50000"/>
          <a:stretch/>
        </p:blipFill>
        <p:spPr>
          <a:xfrm>
            <a:off x="11560207" y="6339191"/>
            <a:ext cx="664923" cy="54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082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>
            <a:extLst>
              <a:ext uri="{FF2B5EF4-FFF2-40B4-BE49-F238E27FC236}">
                <a16:creationId xmlns:a16="http://schemas.microsoft.com/office/drawing/2014/main" id="{CF816635-2976-E243-48C4-FD00AD5D1B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-27925" y="6259483"/>
            <a:ext cx="12253055" cy="626347"/>
          </a:xfrm>
          <a:prstGeom prst="rect">
            <a:avLst/>
          </a:prstGeom>
        </p:spPr>
      </p:pic>
      <p:sp>
        <p:nvSpPr>
          <p:cNvPr id="6" name="Textplatzhalter 2">
            <a:extLst>
              <a:ext uri="{FF2B5EF4-FFF2-40B4-BE49-F238E27FC236}">
                <a16:creationId xmlns:a16="http://schemas.microsoft.com/office/drawing/2014/main" id="{34CEE5E4-F99F-6511-969D-88ED65D60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7106" y="520673"/>
            <a:ext cx="7836694" cy="31415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2ADF8F2A-7221-9AC3-0D46-61FC369ECB8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517106" y="3429000"/>
            <a:ext cx="7836694" cy="3093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BA18C0AC-73DE-3E93-5687-499724D1B07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517106" y="931693"/>
            <a:ext cx="7836694" cy="2248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Edit this text</a:t>
            </a:r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AD7EB8F5-E886-938E-D8B7-AC9B21C4485E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517106" y="3841593"/>
            <a:ext cx="7836694" cy="20962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Edit this text</a:t>
            </a:r>
          </a:p>
        </p:txBody>
      </p:sp>
      <p:sp>
        <p:nvSpPr>
          <p:cNvPr id="14" name="Bildplatzhalter 2">
            <a:extLst>
              <a:ext uri="{FF2B5EF4-FFF2-40B4-BE49-F238E27FC236}">
                <a16:creationId xmlns:a16="http://schemas.microsoft.com/office/drawing/2014/main" id="{58E87C43-CFCC-BA8D-0C26-EDCAC71E32A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460192" y="774031"/>
            <a:ext cx="2435098" cy="22829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Image</a:t>
            </a:r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7F7A11BF-7966-32A0-9998-09AAEF5CAAEF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460192" y="3578257"/>
            <a:ext cx="2435098" cy="22829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Image</a:t>
            </a:r>
          </a:p>
          <a:p>
            <a:endParaRPr lang="de-DE"/>
          </a:p>
        </p:txBody>
      </p:sp>
      <p:cxnSp>
        <p:nvCxnSpPr>
          <p:cNvPr id="23" name="Gerade Verbindung 22">
            <a:extLst>
              <a:ext uri="{FF2B5EF4-FFF2-40B4-BE49-F238E27FC236}">
                <a16:creationId xmlns:a16="http://schemas.microsoft.com/office/drawing/2014/main" id="{EF52F726-A704-72A7-E790-C2B918EDE00C}"/>
              </a:ext>
            </a:extLst>
          </p:cNvPr>
          <p:cNvCxnSpPr>
            <a:cxnSpLocks/>
          </p:cNvCxnSpPr>
          <p:nvPr userDrawn="1"/>
        </p:nvCxnSpPr>
        <p:spPr>
          <a:xfrm flipV="1">
            <a:off x="9840686" y="6003166"/>
            <a:ext cx="2351314" cy="20010"/>
          </a:xfrm>
          <a:prstGeom prst="line">
            <a:avLst/>
          </a:prstGeom>
          <a:ln w="9525">
            <a:solidFill>
              <a:srgbClr val="45B5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platzhalter 3">
            <a:extLst>
              <a:ext uri="{FF2B5EF4-FFF2-40B4-BE49-F238E27FC236}">
                <a16:creationId xmlns:a16="http://schemas.microsoft.com/office/drawing/2014/main" id="{319C5FA2-FE55-3624-D9B7-9DA912587688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456162" y="6023176"/>
            <a:ext cx="3365513" cy="1619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9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Source</a:t>
            </a:r>
          </a:p>
          <a:p>
            <a:pPr lvl="0"/>
            <a:endParaRPr lang="de-DE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DB300DFA-DE3E-E273-AB7B-FCAE8B2C1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 rot="16200000">
            <a:off x="403459" y="3222027"/>
            <a:ext cx="5519078" cy="43200"/>
          </a:xfrm>
          <a:prstGeom prst="rect">
            <a:avLst/>
          </a:prstGeom>
        </p:spPr>
      </p:pic>
      <p:sp>
        <p:nvSpPr>
          <p:cNvPr id="26" name="Datumsplatzhalter 2">
            <a:extLst>
              <a:ext uri="{FF2B5EF4-FFF2-40B4-BE49-F238E27FC236}">
                <a16:creationId xmlns:a16="http://schemas.microsoft.com/office/drawing/2014/main" id="{20721B6D-252F-EBB5-687E-1C0582CCFA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83515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27" name="Fußzeilenplatzhalter 3">
            <a:extLst>
              <a:ext uri="{FF2B5EF4-FFF2-40B4-BE49-F238E27FC236}">
                <a16:creationId xmlns:a16="http://schemas.microsoft.com/office/drawing/2014/main" id="{B2F561AC-AB41-4AD0-C888-00EC0E0C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3639" y="6356350"/>
            <a:ext cx="462007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err="1"/>
              <a:t>Footer</a:t>
            </a:r>
            <a:endParaRPr lang="de-DE"/>
          </a:p>
        </p:txBody>
      </p:sp>
      <p:sp>
        <p:nvSpPr>
          <p:cNvPr id="28" name="Foliennummernplatzhalter 4">
            <a:extLst>
              <a:ext uri="{FF2B5EF4-FFF2-40B4-BE49-F238E27FC236}">
                <a16:creationId xmlns:a16="http://schemas.microsoft.com/office/drawing/2014/main" id="{DE1D8D29-E608-BEAB-89E7-9A73EB646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1897" y="6356350"/>
            <a:ext cx="591903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6378575E-5BD9-5246-88D7-50CE7FE5F09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6C4E5297-2D6C-4392-461A-745AF2EEE6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64228" y="6378737"/>
            <a:ext cx="2647159" cy="35634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726B4948-1C1F-A9EB-76E6-C795D62D14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8501" b="50000"/>
          <a:stretch/>
        </p:blipFill>
        <p:spPr>
          <a:xfrm>
            <a:off x="11560207" y="6339191"/>
            <a:ext cx="664923" cy="54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880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463B2EF9-2B2E-AD51-F54D-13D4B1CEEC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5575" r="934" b="34360"/>
          <a:stretch/>
        </p:blipFill>
        <p:spPr>
          <a:xfrm>
            <a:off x="0" y="-26125"/>
            <a:ext cx="12219370" cy="691211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A83102A-3079-DD63-AA3A-B9957BD78A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  <a:latin typeface="Martel Heavy" pitchFamily="2" charset="77"/>
                <a:cs typeface="Martel Heavy" pitchFamily="2" charset="77"/>
              </a:defRPr>
            </a:lvl1pPr>
          </a:lstStyle>
          <a:p>
            <a:r>
              <a:rPr lang="en-GB" noProof="0"/>
              <a:t>„Insert quotation“</a:t>
            </a:r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70209E8C-623E-36D0-5CE5-AAF4EF0BEDAD}"/>
              </a:ext>
            </a:extLst>
          </p:cNvPr>
          <p:cNvCxnSpPr>
            <a:cxnSpLocks/>
          </p:cNvCxnSpPr>
          <p:nvPr userDrawn="1"/>
        </p:nvCxnSpPr>
        <p:spPr>
          <a:xfrm>
            <a:off x="831850" y="4562475"/>
            <a:ext cx="61857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Untertitel 2">
            <a:extLst>
              <a:ext uri="{FF2B5EF4-FFF2-40B4-BE49-F238E27FC236}">
                <a16:creationId xmlns:a16="http://schemas.microsoft.com/office/drawing/2014/main" id="{99C55131-BF5C-F7EB-450A-6BDD5B4851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1850" y="4723605"/>
            <a:ext cx="10509251" cy="4905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Edit this text </a:t>
            </a:r>
          </a:p>
        </p:txBody>
      </p:sp>
      <p:sp>
        <p:nvSpPr>
          <p:cNvPr id="6" name="Datumsplatzhalter 2">
            <a:extLst>
              <a:ext uri="{FF2B5EF4-FFF2-40B4-BE49-F238E27FC236}">
                <a16:creationId xmlns:a16="http://schemas.microsoft.com/office/drawing/2014/main" id="{78EE0B24-2B99-1B6C-067C-A6001CFC61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83515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AF310510-E467-4331-7C87-45881C686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3639" y="6356350"/>
            <a:ext cx="462007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err="1"/>
              <a:t>Footer</a:t>
            </a:r>
            <a:endParaRPr lang="de-DE"/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12DBE46C-287F-DB39-A751-E1B2BB8D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1897" y="6356350"/>
            <a:ext cx="591903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6378575E-5BD9-5246-88D7-50CE7FE5F09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20AE58E9-3C7E-83DC-BD33-A35FF4B0B2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64228" y="6378761"/>
            <a:ext cx="2662203" cy="35837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5109988-E8D0-D49F-8C59-62341CCF24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8501" b="50000"/>
          <a:stretch/>
        </p:blipFill>
        <p:spPr>
          <a:xfrm>
            <a:off x="11560207" y="6339191"/>
            <a:ext cx="664923" cy="54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902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>
            <a:extLst>
              <a:ext uri="{FF2B5EF4-FFF2-40B4-BE49-F238E27FC236}">
                <a16:creationId xmlns:a16="http://schemas.microsoft.com/office/drawing/2014/main" id="{5849B06E-0884-9820-A3AA-4BC46582EF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-27925" y="6259483"/>
            <a:ext cx="12253055" cy="62634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01341F8-A8F5-3E6E-DC5A-7213E996FC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-27925" y="1578143"/>
            <a:ext cx="2719388" cy="45719"/>
          </a:xfrm>
          <a:prstGeom prst="rect">
            <a:avLst/>
          </a:prstGeom>
        </p:spPr>
      </p:pic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1CE041C-A904-31DF-8F00-B756192B0EF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57900" y="960119"/>
            <a:ext cx="5457148" cy="49162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r>
              <a:rPr lang="en-GB" noProof="0"/>
              <a:t>Edit this text </a:t>
            </a:r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1AB704FE-EB74-0B59-E578-D83A0E8D85CF}"/>
              </a:ext>
            </a:extLst>
          </p:cNvPr>
          <p:cNvCxnSpPr>
            <a:cxnSpLocks/>
          </p:cNvCxnSpPr>
          <p:nvPr userDrawn="1"/>
        </p:nvCxnSpPr>
        <p:spPr>
          <a:xfrm flipV="1">
            <a:off x="9840686" y="6003166"/>
            <a:ext cx="2351314" cy="20010"/>
          </a:xfrm>
          <a:prstGeom prst="line">
            <a:avLst/>
          </a:prstGeom>
          <a:ln w="9525">
            <a:solidFill>
              <a:srgbClr val="45B5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60900319-BBFD-1202-824A-E4B6AFB8E207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8456162" y="6023176"/>
            <a:ext cx="3365513" cy="1619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9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Source</a:t>
            </a:r>
          </a:p>
          <a:p>
            <a:pPr lvl="0"/>
            <a:endParaRPr lang="de-DE"/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EC2780F7-6B85-8EC8-4703-993BB95EA0F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70420" y="1720729"/>
            <a:ext cx="4846637" cy="4402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Edit this text</a:t>
            </a:r>
          </a:p>
        </p:txBody>
      </p:sp>
      <p:sp>
        <p:nvSpPr>
          <p:cNvPr id="24" name="Datumsplatzhalter 2">
            <a:extLst>
              <a:ext uri="{FF2B5EF4-FFF2-40B4-BE49-F238E27FC236}">
                <a16:creationId xmlns:a16="http://schemas.microsoft.com/office/drawing/2014/main" id="{124FD668-A75E-801D-787A-9F6DACF91F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83515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25" name="Fußzeilenplatzhalter 3">
            <a:extLst>
              <a:ext uri="{FF2B5EF4-FFF2-40B4-BE49-F238E27FC236}">
                <a16:creationId xmlns:a16="http://schemas.microsoft.com/office/drawing/2014/main" id="{94A14BD0-528A-C1F2-F6DC-F23F7B7B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3639" y="6356350"/>
            <a:ext cx="462007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err="1"/>
              <a:t>Footer</a:t>
            </a:r>
            <a:endParaRPr lang="de-DE"/>
          </a:p>
        </p:txBody>
      </p:sp>
      <p:sp>
        <p:nvSpPr>
          <p:cNvPr id="26" name="Foliennummernplatzhalter 4">
            <a:extLst>
              <a:ext uri="{FF2B5EF4-FFF2-40B4-BE49-F238E27FC236}">
                <a16:creationId xmlns:a16="http://schemas.microsoft.com/office/drawing/2014/main" id="{DD29660B-3A30-7656-EE3A-521616B80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1897" y="6356350"/>
            <a:ext cx="591903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6378575E-5BD9-5246-88D7-50CE7FE5F09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55385281-8B6A-93ED-2E21-351A9E6A35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64228" y="6378737"/>
            <a:ext cx="2647159" cy="35634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78FD3E5-8596-2D5D-D2BA-444E135AE6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8501" b="50000"/>
          <a:stretch/>
        </p:blipFill>
        <p:spPr>
          <a:xfrm>
            <a:off x="11560207" y="6339191"/>
            <a:ext cx="664923" cy="54663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4CCBD3F-6688-15D2-669C-A69DE269C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78857" cy="1325563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607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9DFB88F2-5B94-BFDE-857E-0E6B987866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1" y="6270404"/>
            <a:ext cx="12251342" cy="626347"/>
          </a:xfrm>
          <a:prstGeom prst="rect">
            <a:avLst/>
          </a:prstGeom>
        </p:spPr>
      </p:pic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D6901F7-507F-1305-E436-54F3D03CAC1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5999" y="1031568"/>
            <a:ext cx="5714999" cy="4941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Image</a:t>
            </a:r>
          </a:p>
        </p:txBody>
      </p: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946548FB-F771-FFD1-C191-2EE7871C653E}"/>
              </a:ext>
            </a:extLst>
          </p:cNvPr>
          <p:cNvCxnSpPr>
            <a:cxnSpLocks/>
          </p:cNvCxnSpPr>
          <p:nvPr userDrawn="1"/>
        </p:nvCxnSpPr>
        <p:spPr>
          <a:xfrm flipV="1">
            <a:off x="9840686" y="6003166"/>
            <a:ext cx="2351314" cy="20010"/>
          </a:xfrm>
          <a:prstGeom prst="line">
            <a:avLst/>
          </a:prstGeom>
          <a:ln w="9525">
            <a:solidFill>
              <a:srgbClr val="45B5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3A8E4C51-530A-6E9F-789C-0927F940DBCA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8456162" y="6023176"/>
            <a:ext cx="3365513" cy="1619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9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Source</a:t>
            </a:r>
          </a:p>
          <a:p>
            <a:pPr lvl="0"/>
            <a:endParaRPr lang="de-DE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A2BEA25D-58AD-705D-3170-D9F2C3141E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-27925" y="1578143"/>
            <a:ext cx="2719388" cy="45719"/>
          </a:xfrm>
          <a:prstGeom prst="rect">
            <a:avLst/>
          </a:prstGeom>
        </p:spPr>
      </p:pic>
      <p:sp>
        <p:nvSpPr>
          <p:cNvPr id="29" name="Textplatzhalter 3">
            <a:extLst>
              <a:ext uri="{FF2B5EF4-FFF2-40B4-BE49-F238E27FC236}">
                <a16:creationId xmlns:a16="http://schemas.microsoft.com/office/drawing/2014/main" id="{AB559367-AB31-8585-7B32-74CF830F706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70420" y="1720729"/>
            <a:ext cx="4846637" cy="4402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Edit this text</a:t>
            </a:r>
          </a:p>
        </p:txBody>
      </p:sp>
      <p:sp>
        <p:nvSpPr>
          <p:cNvPr id="31" name="Datumsplatzhalter 2">
            <a:extLst>
              <a:ext uri="{FF2B5EF4-FFF2-40B4-BE49-F238E27FC236}">
                <a16:creationId xmlns:a16="http://schemas.microsoft.com/office/drawing/2014/main" id="{4B2AB015-7756-BEDD-8A6D-140D865939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83515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32" name="Fußzeilenplatzhalter 3">
            <a:extLst>
              <a:ext uri="{FF2B5EF4-FFF2-40B4-BE49-F238E27FC236}">
                <a16:creationId xmlns:a16="http://schemas.microsoft.com/office/drawing/2014/main" id="{21327B45-A766-F1B7-F165-56A7BC29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3639" y="6356350"/>
            <a:ext cx="462007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err="1"/>
              <a:t>Footer</a:t>
            </a:r>
            <a:endParaRPr lang="de-DE"/>
          </a:p>
        </p:txBody>
      </p:sp>
      <p:sp>
        <p:nvSpPr>
          <p:cNvPr id="33" name="Foliennummernplatzhalter 4">
            <a:extLst>
              <a:ext uri="{FF2B5EF4-FFF2-40B4-BE49-F238E27FC236}">
                <a16:creationId xmlns:a16="http://schemas.microsoft.com/office/drawing/2014/main" id="{A3706945-A459-EDEE-D158-A7814AF2C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1897" y="6356350"/>
            <a:ext cx="591903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6378575E-5BD9-5246-88D7-50CE7FE5F09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5F4ACF76-B252-B622-EE1B-DED8646D34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64228" y="6378737"/>
            <a:ext cx="2647159" cy="35634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47E00B3B-65BF-F81D-95C7-E394512ACD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8501" b="50000"/>
          <a:stretch/>
        </p:blipFill>
        <p:spPr>
          <a:xfrm>
            <a:off x="11560207" y="6339191"/>
            <a:ext cx="664923" cy="54663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DA8DE20-7174-FF4D-622F-30EDF88F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78857" cy="1325563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404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9DFB88F2-5B94-BFDE-857E-0E6B987866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1" y="6270404"/>
            <a:ext cx="12251342" cy="626347"/>
          </a:xfrm>
          <a:prstGeom prst="rect">
            <a:avLst/>
          </a:prstGeom>
        </p:spPr>
      </p:pic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3C1ED01A-4440-D88E-EC67-6D3A955D586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780314" y="1396220"/>
            <a:ext cx="6041361" cy="4556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Edit this text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D6901F7-507F-1305-E436-54F3D03CAC1D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838200" y="1941671"/>
            <a:ext cx="4473994" cy="408150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Image</a:t>
            </a:r>
          </a:p>
        </p:txBody>
      </p: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946548FB-F771-FFD1-C191-2EE7871C653E}"/>
              </a:ext>
            </a:extLst>
          </p:cNvPr>
          <p:cNvCxnSpPr>
            <a:cxnSpLocks/>
          </p:cNvCxnSpPr>
          <p:nvPr userDrawn="1"/>
        </p:nvCxnSpPr>
        <p:spPr>
          <a:xfrm flipV="1">
            <a:off x="9840686" y="6003166"/>
            <a:ext cx="2351314" cy="20010"/>
          </a:xfrm>
          <a:prstGeom prst="line">
            <a:avLst/>
          </a:prstGeom>
          <a:ln w="9525">
            <a:solidFill>
              <a:srgbClr val="45B5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3A8E4C51-530A-6E9F-789C-0927F940DBCA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8456162" y="6023176"/>
            <a:ext cx="3365513" cy="1619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9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Source</a:t>
            </a:r>
          </a:p>
          <a:p>
            <a:pPr lvl="0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EA5D254-3F5C-B00E-8611-370FC34869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-27925" y="1578143"/>
            <a:ext cx="2719388" cy="45719"/>
          </a:xfrm>
          <a:prstGeom prst="rect">
            <a:avLst/>
          </a:prstGeom>
        </p:spPr>
      </p:pic>
      <p:sp>
        <p:nvSpPr>
          <p:cNvPr id="8" name="Datumsplatzhalter 2">
            <a:extLst>
              <a:ext uri="{FF2B5EF4-FFF2-40B4-BE49-F238E27FC236}">
                <a16:creationId xmlns:a16="http://schemas.microsoft.com/office/drawing/2014/main" id="{B877E62E-DAED-B409-620B-D6FE1235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83515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9" name="Fußzeilenplatzhalter 3">
            <a:extLst>
              <a:ext uri="{FF2B5EF4-FFF2-40B4-BE49-F238E27FC236}">
                <a16:creationId xmlns:a16="http://schemas.microsoft.com/office/drawing/2014/main" id="{9C3AD57F-9908-7AAC-914D-A850D06F8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3639" y="6356350"/>
            <a:ext cx="462007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err="1"/>
              <a:t>Footer</a:t>
            </a:r>
            <a:endParaRPr lang="de-DE"/>
          </a:p>
        </p:txBody>
      </p:sp>
      <p:sp>
        <p:nvSpPr>
          <p:cNvPr id="12" name="Foliennummernplatzhalter 4">
            <a:extLst>
              <a:ext uri="{FF2B5EF4-FFF2-40B4-BE49-F238E27FC236}">
                <a16:creationId xmlns:a16="http://schemas.microsoft.com/office/drawing/2014/main" id="{2649A9DA-9BEC-BC7B-3E1D-5FF84E3C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1897" y="6356350"/>
            <a:ext cx="591903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6378575E-5BD9-5246-88D7-50CE7FE5F09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74E14021-18F6-CFD3-B7AB-858D6EF75A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64228" y="6378737"/>
            <a:ext cx="2647159" cy="35634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1B1452E-BF0C-6451-BB2E-650AA8D4FB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8501" b="50000"/>
          <a:stretch/>
        </p:blipFill>
        <p:spPr>
          <a:xfrm>
            <a:off x="11560207" y="6339191"/>
            <a:ext cx="664923" cy="54663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B40D402-AA42-748B-08DA-87B4CAF15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73994" cy="1325563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604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1E1B58C1-02D2-6B13-4A0F-F3443E03C3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904" r="934" b="34360"/>
          <a:stretch/>
        </p:blipFill>
        <p:spPr>
          <a:xfrm>
            <a:off x="-27925" y="6259483"/>
            <a:ext cx="12253055" cy="626347"/>
          </a:xfrm>
          <a:prstGeom prst="rect">
            <a:avLst/>
          </a:prstGeom>
        </p:spPr>
      </p:pic>
      <p:sp>
        <p:nvSpPr>
          <p:cNvPr id="4" name="Datumsplatzhalter 2">
            <a:extLst>
              <a:ext uri="{FF2B5EF4-FFF2-40B4-BE49-F238E27FC236}">
                <a16:creationId xmlns:a16="http://schemas.microsoft.com/office/drawing/2014/main" id="{85F3599D-F68C-62B2-5228-F9B3D6ED44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83515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9AE7DD6A-0A08-EB7E-7A89-64FF6B3D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3639" y="6356350"/>
            <a:ext cx="462007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err="1"/>
              <a:t>Footer</a:t>
            </a:r>
            <a:endParaRPr lang="de-DE"/>
          </a:p>
        </p:txBody>
      </p:sp>
      <p:sp>
        <p:nvSpPr>
          <p:cNvPr id="6" name="Foliennummernplatzhalter 4">
            <a:extLst>
              <a:ext uri="{FF2B5EF4-FFF2-40B4-BE49-F238E27FC236}">
                <a16:creationId xmlns:a16="http://schemas.microsoft.com/office/drawing/2014/main" id="{36F6F5BF-2F7A-01C2-C55C-39BC36182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1897" y="6356350"/>
            <a:ext cx="591903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6378575E-5BD9-5246-88D7-50CE7FE5F099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715D845-6D01-EC49-6269-E0D39278A5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38501" b="50000"/>
          <a:stretch/>
        </p:blipFill>
        <p:spPr>
          <a:xfrm>
            <a:off x="11560207" y="6339191"/>
            <a:ext cx="664923" cy="54663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2A82804-DB0C-2759-953B-832C5679D83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664228" y="6378737"/>
            <a:ext cx="2647159" cy="35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292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B6881FB5-47FF-813F-9B5C-F5055F078A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5575" r="934" b="34360"/>
          <a:stretch/>
        </p:blipFill>
        <p:spPr>
          <a:xfrm>
            <a:off x="-51392" y="0"/>
            <a:ext cx="12294784" cy="691211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22B9917-7409-5034-59ED-4CD61DBFA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071945"/>
            <a:ext cx="10515600" cy="99059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artel Heavy" pitchFamily="2" charset="77"/>
                <a:cs typeface="Martel Heavy" pitchFamily="2" charset="77"/>
              </a:defRPr>
            </a:lvl1pPr>
          </a:lstStyle>
          <a:p>
            <a:r>
              <a:rPr lang="de-DE"/>
              <a:t>Edit </a:t>
            </a:r>
            <a:r>
              <a:rPr lang="de-DE" err="1"/>
              <a:t>master</a:t>
            </a:r>
            <a:r>
              <a:rPr lang="de-DE"/>
              <a:t> </a:t>
            </a:r>
            <a:r>
              <a:rPr lang="de-DE" err="1"/>
              <a:t>titel</a:t>
            </a:r>
            <a:r>
              <a:rPr lang="de-DE"/>
              <a:t> </a:t>
            </a:r>
            <a:r>
              <a:rPr lang="de-DE" err="1"/>
              <a:t>format</a:t>
            </a:r>
            <a:r>
              <a:rPr lang="de-DE"/>
              <a:t>.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CB50CCB5-E3C5-4C59-857B-84FF8C159E8E}"/>
              </a:ext>
            </a:extLst>
          </p:cNvPr>
          <p:cNvCxnSpPr>
            <a:cxnSpLocks/>
          </p:cNvCxnSpPr>
          <p:nvPr userDrawn="1"/>
        </p:nvCxnSpPr>
        <p:spPr>
          <a:xfrm>
            <a:off x="838200" y="5062538"/>
            <a:ext cx="61857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DCD37FFB-383C-DCC3-7D06-EEE191400E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46970" b="18208"/>
          <a:stretch/>
        </p:blipFill>
        <p:spPr>
          <a:xfrm>
            <a:off x="8330794" y="828858"/>
            <a:ext cx="3900478" cy="6083260"/>
          </a:xfrm>
          <a:prstGeom prst="rect">
            <a:avLst/>
          </a:prstGeom>
        </p:spPr>
      </p:pic>
      <p:sp>
        <p:nvSpPr>
          <p:cNvPr id="17" name="Untertitel 2">
            <a:extLst>
              <a:ext uri="{FF2B5EF4-FFF2-40B4-BE49-F238E27FC236}">
                <a16:creationId xmlns:a16="http://schemas.microsoft.com/office/drawing/2014/main" id="{24F850B9-DA1F-908D-A49C-7A630E2FF1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4549" y="5238458"/>
            <a:ext cx="10509251" cy="4905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Edit this text </a:t>
            </a:r>
          </a:p>
        </p:txBody>
      </p:sp>
      <p:sp>
        <p:nvSpPr>
          <p:cNvPr id="18" name="Datumsplatzhalter 2">
            <a:extLst>
              <a:ext uri="{FF2B5EF4-FFF2-40B4-BE49-F238E27FC236}">
                <a16:creationId xmlns:a16="http://schemas.microsoft.com/office/drawing/2014/main" id="{56F82CE2-59A8-E9DF-948A-3EE635E2F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83515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19" name="Fußzeilenplatzhalter 3">
            <a:extLst>
              <a:ext uri="{FF2B5EF4-FFF2-40B4-BE49-F238E27FC236}">
                <a16:creationId xmlns:a16="http://schemas.microsoft.com/office/drawing/2014/main" id="{14BD1EBF-C7B1-1268-AC1D-FBF880176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3639" y="6356350"/>
            <a:ext cx="4620079" cy="36512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err="1"/>
              <a:t>Footer</a:t>
            </a:r>
            <a:endParaRPr lang="de-DE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297A8FA9-6EEC-2CF4-BBB3-66AC2917007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01723" y="6406892"/>
            <a:ext cx="1069253" cy="154325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50EAAC57-9CF9-83B2-3A7E-BA0F6431E838}"/>
              </a:ext>
            </a:extLst>
          </p:cNvPr>
          <p:cNvSpPr txBox="1"/>
          <p:nvPr userDrawn="1"/>
        </p:nvSpPr>
        <p:spPr>
          <a:xfrm>
            <a:off x="7506022" y="6509079"/>
            <a:ext cx="8611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Sponsored</a:t>
            </a:r>
            <a:r>
              <a:rPr lang="en-GB" sz="9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by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3888354E-70F5-4400-500C-C6E49D608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7903" t="38622" r="14804" b="37668"/>
          <a:stretch/>
        </p:blipFill>
        <p:spPr>
          <a:xfrm>
            <a:off x="9295731" y="6332646"/>
            <a:ext cx="1643415" cy="35286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96F3741-65E8-BCB4-4F93-236B787BC67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764365" y="450965"/>
            <a:ext cx="3900478" cy="52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9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99D5C7E-6714-81EE-8C01-B1D40B710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400" noProof="0"/>
              <a:t>Edit master title format.</a:t>
            </a:r>
            <a:endParaRPr lang="de-DE" sz="440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A90B60-E924-10D2-6664-BA906A7AD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9C28C8-3BA6-F4B5-CE21-B69DFD7A41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54EA7A3D-7C0B-A745-B19A-F821D566C74F}" type="datetimeFigureOut">
              <a:rPr lang="de-DE" smtClean="0"/>
              <a:pPr/>
              <a:t>10.10.2025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6AA506-38C3-B9FE-9659-0D6D44649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err="1"/>
              <a:t>Footer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670CE9-7963-48C1-0A0E-7AE0421E4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8575E-5BD9-5246-88D7-50CE7FE5F099}" type="slidenum">
              <a:rPr lang="de-DE" smtClean="0"/>
              <a:t>‹#›</a:t>
            </a:fld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2E18785-0806-9847-C73D-BC7F618A3925}"/>
              </a:ext>
            </a:extLst>
          </p:cNvPr>
          <p:cNvSpPr txBox="1"/>
          <p:nvPr userDrawn="1"/>
        </p:nvSpPr>
        <p:spPr>
          <a:xfrm>
            <a:off x="1480457" y="65640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89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73" r:id="rId3"/>
    <p:sldLayoutId id="2147483663" r:id="rId4"/>
    <p:sldLayoutId id="2147483668" r:id="rId5"/>
    <p:sldLayoutId id="2147483664" r:id="rId6"/>
    <p:sldLayoutId id="2147483665" r:id="rId7"/>
    <p:sldLayoutId id="2147483662" r:id="rId8"/>
    <p:sldLayoutId id="2147483671" r:id="rId9"/>
    <p:sldLayoutId id="2147483655" r:id="rId10"/>
    <p:sldLayoutId id="2147483659" r:id="rId11"/>
    <p:sldLayoutId id="2147483672" r:id="rId12"/>
    <p:sldLayoutId id="2147483666" r:id="rId13"/>
    <p:sldLayoutId id="2147483667" r:id="rId14"/>
    <p:sldLayoutId id="2147483669" r:id="rId15"/>
    <p:sldLayoutId id="2147483670" r:id="rId16"/>
    <p:sldLayoutId id="214748365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5B5B1"/>
          </a:solidFill>
          <a:latin typeface="Martel Heavy" pitchFamily="2" charset="77"/>
          <a:ea typeface="+mj-ea"/>
          <a:cs typeface="Martel Heavy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gusBuck/Multiple-Actuator-Cylinder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github.com/AngusBuck/Multiple-Actuator-Cylinder" TargetMode="Externa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A3D76-CBEC-DCC1-80B1-9AFB1FE593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5400" dirty="0">
                <a:effectLst/>
                <a:latin typeface="Martel Heavy"/>
                <a:ea typeface="Calibri" panose="020F0502020204030204" pitchFamily="34" charset="0"/>
                <a:cs typeface="Times New Roman" panose="02020603050405020304" pitchFamily="18" charset="0"/>
              </a:rPr>
              <a:t>Literature review and preliminary actuator cylinder modelling of adjacent VAWTs</a:t>
            </a:r>
            <a:endParaRPr lang="en-GB" sz="5400" dirty="0">
              <a:latin typeface="Martel Heavy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9157B-F9E6-6CFE-7322-8E5FAC66E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5055285"/>
            <a:ext cx="8937567" cy="1345515"/>
          </a:xfrm>
        </p:spPr>
        <p:txBody>
          <a:bodyPr/>
          <a:lstStyle/>
          <a:p>
            <a:r>
              <a:rPr lang="en-GB" dirty="0"/>
              <a:t>Angus Buck</a:t>
            </a:r>
          </a:p>
          <a:p>
            <a:r>
              <a:rPr lang="en-GB" sz="1800" dirty="0"/>
              <a:t>Supervisors: Dr Ed Hart, Prof. Bill Leithead</a:t>
            </a:r>
          </a:p>
          <a:p>
            <a:r>
              <a:rPr lang="en-GB" sz="1800" dirty="0"/>
              <a:t>Former supervisors: Peter Jamieson, Prof. J Michael R Graham.</a:t>
            </a:r>
          </a:p>
        </p:txBody>
      </p:sp>
    </p:spTree>
    <p:extLst>
      <p:ext uri="{BB962C8B-B14F-4D97-AF65-F5344CB8AC3E}">
        <p14:creationId xmlns:p14="http://schemas.microsoft.com/office/powerpoint/2010/main" val="4227784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B63F2-F969-2A02-DB31-6052F3834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7DDED0-4FDE-965B-A322-491290271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/>
              <a:t>Different power gain mechanisms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/>
              <a:t>Power gain illustration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/>
              <a:t>The VAWT MRS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/>
              <a:t>The Actuator Cylinder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/>
              <a:t>Sharing my code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936C03-819A-057F-70DF-29710A90B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3"/>
            <a:ext cx="10515600" cy="1325563"/>
          </a:xfrm>
        </p:spPr>
        <p:txBody>
          <a:bodyPr/>
          <a:lstStyle/>
          <a:p>
            <a:r>
              <a:rPr lang="en-GB" dirty="0"/>
              <a:t>Contents, or: VAWTs – why and how?</a:t>
            </a:r>
          </a:p>
        </p:txBody>
      </p:sp>
    </p:spTree>
    <p:extLst>
      <p:ext uri="{BB962C8B-B14F-4D97-AF65-F5344CB8AC3E}">
        <p14:creationId xmlns:p14="http://schemas.microsoft.com/office/powerpoint/2010/main" val="42579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7BF7A6-1D69-3AC2-E6AA-2D58FF85A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8F841-4357-4744-FE32-154E49AB611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Wind Perpendicular to VAWT plane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6DF1DF-09B4-D06C-E1AD-B366FD89074F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2F0A0-B86B-EC4B-B484-FDB3CFDBEE56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Wind Oblique to VAWT plane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325E2-AB5F-8282-5FE0-3C4A4BB89FD3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7EC1744-9852-E6F0-AD3F-8621B1837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83475" cy="1325563"/>
          </a:xfrm>
        </p:spPr>
        <p:txBody>
          <a:bodyPr/>
          <a:lstStyle/>
          <a:p>
            <a:r>
              <a:rPr lang="en-GB" dirty="0"/>
              <a:t>Mechanisms of power gain in adjacent VAWTs</a:t>
            </a:r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2C216C6A-4458-5638-6248-04B38DA8F759}"/>
              </a:ext>
            </a:extLst>
          </p:cNvPr>
          <p:cNvSpPr txBox="1">
            <a:spLocks/>
          </p:cNvSpPr>
          <p:nvPr/>
        </p:nvSpPr>
        <p:spPr>
          <a:xfrm>
            <a:off x="1023258" y="5917423"/>
            <a:ext cx="8761766" cy="3734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Source: Fluid dynamic mechanisms of enhanced power generation by closely spaced vertical axis wind turbines [1] </a:t>
            </a:r>
          </a:p>
        </p:txBody>
      </p:sp>
    </p:spTree>
    <p:extLst>
      <p:ext uri="{BB962C8B-B14F-4D97-AF65-F5344CB8AC3E}">
        <p14:creationId xmlns:p14="http://schemas.microsoft.com/office/powerpoint/2010/main" val="381496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5A515371-56AB-9CE8-B5CB-F46DF68C6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000" dirty="0"/>
              <a:t>On upwind half of blade revolution:</a:t>
            </a:r>
          </a:p>
          <a:p>
            <a:r>
              <a:rPr lang="en-GB" sz="2000" dirty="0"/>
              <a:t>Greater flow impedance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/>
              <a:t> flow rate decrease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/>
              <a:t> reduced power.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dirty="0"/>
              <a:t>Flow direction altered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/>
              <a:t> AoA more favourable for torque generation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/>
              <a:t> increased power.</a:t>
            </a:r>
          </a:p>
          <a:p>
            <a:pPr marL="0" indent="0">
              <a:buNone/>
            </a:pPr>
            <a:endParaRPr lang="en-GB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/>
              <a:t> Net increase in power on upwind half.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532E1628-016D-46A6-C536-51E653AFA67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Wind Perpendicular to VAWT plane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7EC1744-9852-E6F0-AD3F-8621B1837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33116" cy="1325563"/>
          </a:xfrm>
        </p:spPr>
        <p:txBody>
          <a:bodyPr/>
          <a:lstStyle/>
          <a:p>
            <a:r>
              <a:rPr lang="en-GB" dirty="0"/>
              <a:t>Mechanisms of power gain in adjacent VAWTs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532E1628-016D-46A6-C536-51E653AFA67D}"/>
              </a:ext>
            </a:extLst>
          </p:cNvPr>
          <p:cNvSpPr txBox="1">
            <a:spLocks/>
          </p:cNvSpPr>
          <p:nvPr/>
        </p:nvSpPr>
        <p:spPr>
          <a:xfrm>
            <a:off x="1023258" y="5917423"/>
            <a:ext cx="8761766" cy="3734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Source: Fluid dynamic mechanisms of enhanced power generation by closely spaced vertical axis wind turbines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66017"/>
          <a:stretch/>
        </p:blipFill>
        <p:spPr>
          <a:xfrm>
            <a:off x="6984707" y="1548689"/>
            <a:ext cx="3730559" cy="4368734"/>
          </a:xfrm>
          <a:prstGeom prst="rect">
            <a:avLst/>
          </a:prstGeom>
        </p:spPr>
      </p:pic>
      <p:sp>
        <p:nvSpPr>
          <p:cNvPr id="3" name="Donut 2"/>
          <p:cNvSpPr/>
          <p:nvPr/>
        </p:nvSpPr>
        <p:spPr>
          <a:xfrm>
            <a:off x="7000205" y="2114836"/>
            <a:ext cx="702452" cy="697424"/>
          </a:xfrm>
          <a:prstGeom prst="donut">
            <a:avLst>
              <a:gd name="adj" fmla="val 10710"/>
            </a:avLst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22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5A515371-56AB-9CE8-B5CB-F46DF68C6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257" y="1982752"/>
            <a:ext cx="5105401" cy="399750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GB" sz="2000" dirty="0"/>
              <a:t>On upwind half of blade revolution: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GB" sz="2000" dirty="0"/>
              <a:t> flow impedance</a:t>
            </a:r>
          </a:p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 reduced power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GB" sz="2000" dirty="0"/>
              <a:t>AoA better for torque generation</a:t>
            </a:r>
          </a:p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 increased power</a:t>
            </a:r>
          </a:p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 Net increase in power on upwind half.</a:t>
            </a:r>
          </a:p>
          <a:p>
            <a:pPr marL="0" indent="0">
              <a:buNone/>
            </a:pPr>
            <a:r>
              <a:rPr lang="en-GB" sz="2000" dirty="0"/>
              <a:t>On downwind half of blade revolution:</a:t>
            </a:r>
          </a:p>
          <a:p>
            <a:r>
              <a:rPr lang="en-GB" sz="2000" dirty="0"/>
              <a:t>Flow can’t ‘escape’ laterally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/>
              <a:t> greater flow rate through back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/>
              <a:t> more power.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532E1628-016D-46A6-C536-51E653AFA67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Wind Perpendicular to VAWT plane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5E79A9-709A-7183-3D59-EF939513B110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/>
              <a:t>Wind Perpendicular to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7EC1744-9852-E6F0-AD3F-8621B1837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03984" cy="1325563"/>
          </a:xfrm>
        </p:spPr>
        <p:txBody>
          <a:bodyPr/>
          <a:lstStyle/>
          <a:p>
            <a:r>
              <a:rPr lang="en-GB" dirty="0"/>
              <a:t>Mechanisms of power gain in adjacent VAWTs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532E1628-016D-46A6-C536-51E653AFA67D}"/>
              </a:ext>
            </a:extLst>
          </p:cNvPr>
          <p:cNvSpPr txBox="1">
            <a:spLocks/>
          </p:cNvSpPr>
          <p:nvPr/>
        </p:nvSpPr>
        <p:spPr>
          <a:xfrm>
            <a:off x="1023258" y="5917423"/>
            <a:ext cx="8761766" cy="3734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Source: Fluid dynamic mechanisms of enhanced power generation by closely spaced vertical axis wind turbines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66017"/>
          <a:stretch/>
        </p:blipFill>
        <p:spPr>
          <a:xfrm>
            <a:off x="6984707" y="1548689"/>
            <a:ext cx="3730559" cy="4368734"/>
          </a:xfrm>
          <a:prstGeom prst="rect">
            <a:avLst/>
          </a:prstGeom>
        </p:spPr>
      </p:pic>
      <p:sp>
        <p:nvSpPr>
          <p:cNvPr id="12" name="Donut 11"/>
          <p:cNvSpPr/>
          <p:nvPr/>
        </p:nvSpPr>
        <p:spPr>
          <a:xfrm>
            <a:off x="9262957" y="1923846"/>
            <a:ext cx="702452" cy="697424"/>
          </a:xfrm>
          <a:prstGeom prst="donut">
            <a:avLst>
              <a:gd name="adj" fmla="val 10710"/>
            </a:avLst>
          </a:prstGeom>
          <a:solidFill>
            <a:srgbClr val="CC00CC"/>
          </a:solidFill>
          <a:ln>
            <a:solidFill>
              <a:srgbClr val="CC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33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81367E83-CBC7-864A-B7E2-8F6C62A53E3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14394" y="1973953"/>
            <a:ext cx="5507279" cy="4029214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GB" sz="2000" dirty="0"/>
              <a:t>At small angles:</a:t>
            </a:r>
          </a:p>
          <a:p>
            <a:pPr>
              <a:lnSpc>
                <a:spcPct val="80000"/>
              </a:lnSpc>
            </a:pPr>
            <a:r>
              <a:rPr lang="en-GB" sz="2000" dirty="0"/>
              <a:t>Wake of front turbine cannot fully develop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 sight decrease in power</a:t>
            </a:r>
          </a:p>
          <a:p>
            <a:pPr>
              <a:lnSpc>
                <a:spcPct val="80000"/>
              </a:lnSpc>
            </a:pPr>
            <a:r>
              <a:rPr lang="en-GB" sz="2000" dirty="0"/>
              <a:t>Back turbine is hit by accelerated flow from around front turbine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 increase in power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 Net increase in power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A7A7D122-4BCA-9228-954E-436D73D45A4B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Wind Oblique to VAWT plane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5E79A9-709A-7183-3D59-EF939513B110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/>
              <a:t>Wind Perpendicular to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7EC1744-9852-E6F0-AD3F-8621B1837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83475" cy="1325563"/>
          </a:xfrm>
        </p:spPr>
        <p:txBody>
          <a:bodyPr/>
          <a:lstStyle/>
          <a:p>
            <a:r>
              <a:rPr lang="en-GB" dirty="0"/>
              <a:t>Mechanisms of power gain in adjacent VAWTs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532E1628-016D-46A6-C536-51E653AFA67D}"/>
              </a:ext>
            </a:extLst>
          </p:cNvPr>
          <p:cNvSpPr txBox="1">
            <a:spLocks/>
          </p:cNvSpPr>
          <p:nvPr/>
        </p:nvSpPr>
        <p:spPr>
          <a:xfrm>
            <a:off x="1023258" y="5917423"/>
            <a:ext cx="8761766" cy="3734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Source: Fluid dynamic mechanisms of enhanced power generation by closely spaced vertical axis wind turbines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EF78A8-3047-9F08-F145-492FBE8076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7" r="63703" b="50579"/>
          <a:stretch/>
        </p:blipFill>
        <p:spPr>
          <a:xfrm>
            <a:off x="635291" y="1836009"/>
            <a:ext cx="5230286" cy="393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02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8F25-6AA5-6FD6-C97D-612001233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D914EAEA-7ECC-8313-2523-CC9F1247570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14394" y="1973953"/>
            <a:ext cx="5507279" cy="4029214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GB" sz="2000" dirty="0"/>
              <a:t>At small angles:</a:t>
            </a:r>
          </a:p>
          <a:p>
            <a:pPr>
              <a:lnSpc>
                <a:spcPct val="80000"/>
              </a:lnSpc>
            </a:pPr>
            <a:r>
              <a:rPr lang="en-GB" sz="2000" dirty="0"/>
              <a:t>Wake of front turbine cannot fully develop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 sight decrease in power</a:t>
            </a:r>
          </a:p>
          <a:p>
            <a:pPr>
              <a:lnSpc>
                <a:spcPct val="80000"/>
              </a:lnSpc>
            </a:pPr>
            <a:r>
              <a:rPr lang="en-GB" sz="2000" dirty="0"/>
              <a:t>Back turbine is hit by accelerated flow from around front turbine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 increase in power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 Net increase in power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GB" sz="2000" dirty="0"/>
              <a:t>At large angles:</a:t>
            </a:r>
          </a:p>
          <a:p>
            <a:pPr>
              <a:lnSpc>
                <a:spcPct val="80000"/>
              </a:lnSpc>
            </a:pPr>
            <a:r>
              <a:rPr lang="en-GB" sz="2000" dirty="0"/>
              <a:t>Front turbine wake further obstructed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 even less power</a:t>
            </a:r>
          </a:p>
          <a:p>
            <a:pPr>
              <a:lnSpc>
                <a:spcPct val="80000"/>
              </a:lnSpc>
            </a:pPr>
            <a:r>
              <a:rPr lang="en-GB" sz="2000" dirty="0"/>
              <a:t>Back turbine shadowed by front turbine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GB" sz="2000" dirty="0"/>
              <a:t> now decreased in power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7D941BA-98EA-0531-7463-309122C2D272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Wind Oblique to VAWT plane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DA45319-3AED-E753-93F5-FCB7A4C45C99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/>
              <a:t>Wind Perpendicular to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CEF98C1-5683-DBF7-A749-02B7EC0D6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83475" cy="1325563"/>
          </a:xfrm>
        </p:spPr>
        <p:txBody>
          <a:bodyPr/>
          <a:lstStyle/>
          <a:p>
            <a:r>
              <a:rPr lang="en-GB" dirty="0"/>
              <a:t>Mechanisms of power gain in adjacent VAWTs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3A78DC77-D8E2-2485-1E01-543ED365BBF8}"/>
              </a:ext>
            </a:extLst>
          </p:cNvPr>
          <p:cNvSpPr txBox="1">
            <a:spLocks/>
          </p:cNvSpPr>
          <p:nvPr/>
        </p:nvSpPr>
        <p:spPr>
          <a:xfrm>
            <a:off x="1023258" y="5917423"/>
            <a:ext cx="8761766" cy="3734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Source: Fluid dynamic mechanisms of enhanced power generation by closely spaced vertical axis wind turbines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A8CD3C-9258-8C85-BE73-F02CB485B4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7" r="63703" b="50579"/>
          <a:stretch/>
        </p:blipFill>
        <p:spPr>
          <a:xfrm>
            <a:off x="635291" y="1836009"/>
            <a:ext cx="5230286" cy="39360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C62D36-4CFB-2DF2-7C35-4F3754FB9B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72" t="50284" r="50510" b="423"/>
          <a:stretch/>
        </p:blipFill>
        <p:spPr>
          <a:xfrm>
            <a:off x="635291" y="1836009"/>
            <a:ext cx="5242315" cy="393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5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A283B-3EC6-B214-D65C-285B1B62C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3BE314-9E06-8EDA-CF73-39709C6D8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Different power gain mechanisms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/>
              <a:t>Power gain illustration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/>
              <a:t>The VAWT MRS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/>
              <a:t>The Actuator Cylinder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/>
              <a:t>Sharing my code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1A38D8-E592-0938-0990-5212E3DFA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3"/>
            <a:ext cx="10515600" cy="1325563"/>
          </a:xfrm>
        </p:spPr>
        <p:txBody>
          <a:bodyPr/>
          <a:lstStyle/>
          <a:p>
            <a:r>
              <a:rPr lang="en-GB" dirty="0"/>
              <a:t>VAWTs – why and how?</a:t>
            </a:r>
          </a:p>
        </p:txBody>
      </p:sp>
    </p:spTree>
    <p:extLst>
      <p:ext uri="{BB962C8B-B14F-4D97-AF65-F5344CB8AC3E}">
        <p14:creationId xmlns:p14="http://schemas.microsoft.com/office/powerpoint/2010/main" val="4065488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D0A7-8AF5-898F-037D-E0A061300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6F20A6-A2D6-9AFB-A287-3AF59368CD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27"/>
          <a:stretch/>
        </p:blipFill>
        <p:spPr>
          <a:xfrm>
            <a:off x="5414855" y="637412"/>
            <a:ext cx="6450289" cy="5240874"/>
          </a:xfrm>
          <a:prstGeom prst="rect">
            <a:avLst/>
          </a:prstGeom>
          <a:ln w="19050">
            <a:solidFill>
              <a:srgbClr val="0073AB"/>
            </a:solidFill>
          </a:ln>
          <a:effectLst>
            <a:softEdge rad="0"/>
          </a:effectLst>
        </p:spPr>
      </p:pic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19A1B4B3-FEF6-47DA-A59F-FC0F0E630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258" y="1524000"/>
            <a:ext cx="4213270" cy="44562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Significantly m</a:t>
            </a:r>
            <a:r>
              <a:rPr lang="en-GB" dirty="0"/>
              <a:t>ore power in pairs</a:t>
            </a:r>
          </a:p>
          <a:p>
            <a:pPr marL="0" indent="0">
              <a:buNone/>
            </a:pPr>
            <a:r>
              <a:rPr lang="en-GB" dirty="0"/>
              <a:t>Good gains at multiple separation distances</a:t>
            </a:r>
          </a:p>
          <a:p>
            <a:pPr marL="0" indent="0">
              <a:buNone/>
            </a:pPr>
            <a:r>
              <a:rPr lang="en-GB" dirty="0"/>
              <a:t>Strong yaw insensitivity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Experimental Validation:</a:t>
            </a:r>
          </a:p>
          <a:p>
            <a:r>
              <a:rPr lang="en-GB" dirty="0"/>
              <a:t>IDW@1.3D: 13.1% gain</a:t>
            </a:r>
          </a:p>
          <a:p>
            <a:r>
              <a:rPr lang="en-GB" dirty="0"/>
              <a:t>IDW@1.2D: 13.6% gain</a:t>
            </a:r>
          </a:p>
          <a:p>
            <a:r>
              <a:rPr lang="en-GB" dirty="0"/>
              <a:t>IUW@1.3D: 15.9% gain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690327-3F06-4313-5D92-DABBFBFF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 gain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719B22D3-4925-B6C7-9F8B-A08942264BF3}"/>
              </a:ext>
            </a:extLst>
          </p:cNvPr>
          <p:cNvSpPr txBox="1">
            <a:spLocks/>
          </p:cNvSpPr>
          <p:nvPr/>
        </p:nvSpPr>
        <p:spPr>
          <a:xfrm>
            <a:off x="1023258" y="5878286"/>
            <a:ext cx="8761766" cy="4125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dirty="0"/>
              <a:t>Image source: Fluid dynamic mechanisms of enhanced power generation by closely spaced vertical axis wind turbines</a:t>
            </a:r>
            <a:br>
              <a:rPr lang="en-GB" sz="1100" dirty="0"/>
            </a:br>
            <a:r>
              <a:rPr lang="en-GB" sz="1100" dirty="0"/>
              <a:t>Validation source: Experimental validation of the power enhancement of a pair of vertical-axis wind turbines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D8A058-CFBF-4F9A-E0C6-7712E018E811}"/>
              </a:ext>
            </a:extLst>
          </p:cNvPr>
          <p:cNvSpPr/>
          <p:nvPr/>
        </p:nvSpPr>
        <p:spPr>
          <a:xfrm>
            <a:off x="6085115" y="3852123"/>
            <a:ext cx="91723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>
                  <a:solidFill>
                    <a:schemeClr val="tx1"/>
                  </a:solidFill>
                </a:ln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IUW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7737E44-AA90-BFC3-DE0B-3C0F25BB2EFD}"/>
              </a:ext>
            </a:extLst>
          </p:cNvPr>
          <p:cNvSpPr/>
          <p:nvPr/>
        </p:nvSpPr>
        <p:spPr>
          <a:xfrm>
            <a:off x="10514318" y="3219280"/>
            <a:ext cx="90479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>
                  <a:solidFill>
                    <a:schemeClr val="tx1"/>
                  </a:solidFill>
                </a:ln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IDW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07B1A0-BC93-D9DD-38CA-4C9BA26C298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92661" y="3010469"/>
            <a:ext cx="323810" cy="77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11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2AD10-5D26-53BD-E5F4-6537B3E99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77AE2B-EC94-3221-5ACA-BF3C71FB4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Different power gain mechanisms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Power gain illustration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/>
              <a:t>The VAWT MRS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/>
              <a:t>The Actuator Cylinder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/>
              <a:t>Sharing my code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984300-533E-D2B9-58FB-87E0F0D0F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3"/>
            <a:ext cx="10515600" cy="1325563"/>
          </a:xfrm>
        </p:spPr>
        <p:txBody>
          <a:bodyPr/>
          <a:lstStyle/>
          <a:p>
            <a:r>
              <a:rPr lang="en-GB" dirty="0"/>
              <a:t>VAWTs – why and how?</a:t>
            </a:r>
          </a:p>
        </p:txBody>
      </p:sp>
    </p:spTree>
    <p:extLst>
      <p:ext uri="{BB962C8B-B14F-4D97-AF65-F5344CB8AC3E}">
        <p14:creationId xmlns:p14="http://schemas.microsoft.com/office/powerpoint/2010/main" val="526171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7D10DE-4513-5C1B-88D8-9C77E4EB4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4" y="1531244"/>
            <a:ext cx="4827010" cy="44201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48MW floating offshore MRS</a:t>
            </a:r>
          </a:p>
          <a:p>
            <a:r>
              <a:rPr lang="en-GB" sz="2000" dirty="0"/>
              <a:t>4*24 500kW rotors</a:t>
            </a:r>
          </a:p>
          <a:p>
            <a:r>
              <a:rPr lang="en-GB" sz="2000" dirty="0"/>
              <a:t>17.73m*88.65m rotor</a:t>
            </a:r>
          </a:p>
          <a:p>
            <a:pPr marL="0" indent="0">
              <a:buNone/>
            </a:pPr>
            <a:r>
              <a:rPr lang="en-GB" sz="2000" dirty="0"/>
              <a:t>Typical MRS advantages</a:t>
            </a:r>
          </a:p>
          <a:p>
            <a:pPr marL="0" indent="0">
              <a:buNone/>
            </a:pPr>
            <a:r>
              <a:rPr lang="en-GB" sz="2000" dirty="0"/>
              <a:t>VAWT advantages:</a:t>
            </a:r>
          </a:p>
          <a:p>
            <a:r>
              <a:rPr lang="en-GB" sz="2000" dirty="0"/>
              <a:t>Connections at top/bottom of rotor (causing blockage instead of drag)</a:t>
            </a:r>
          </a:p>
          <a:p>
            <a:r>
              <a:rPr lang="en-GB" sz="2000" dirty="0"/>
              <a:t>4x fewer generators</a:t>
            </a:r>
          </a:p>
          <a:p>
            <a:pPr marL="0" indent="0">
              <a:buNone/>
            </a:pPr>
            <a:r>
              <a:rPr lang="en-GB" sz="2000" dirty="0"/>
              <a:t>VAWT mitigations:</a:t>
            </a:r>
          </a:p>
          <a:p>
            <a:r>
              <a:rPr lang="en-GB" sz="2000" dirty="0"/>
              <a:t>high aspect ratio contained easier</a:t>
            </a:r>
          </a:p>
          <a:p>
            <a:r>
              <a:rPr lang="en-GB" sz="2000" dirty="0"/>
              <a:t>pseudo-helical torque input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7D6938-C116-6759-2285-C5F8D0B4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VAWT MRS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81E888E-2CB5-B1FF-3D0B-728EC312F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8009" y="181334"/>
            <a:ext cx="8092961" cy="5956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DF21FA19-CD3D-C957-1F42-B74E7B402915}"/>
              </a:ext>
            </a:extLst>
          </p:cNvPr>
          <p:cNvSpPr txBox="1">
            <a:spLocks/>
          </p:cNvSpPr>
          <p:nvPr/>
        </p:nvSpPr>
        <p:spPr>
          <a:xfrm>
            <a:off x="1023258" y="5951349"/>
            <a:ext cx="8761766" cy="3394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Reference: </a:t>
            </a:r>
            <a:r>
              <a:rPr lang="en-US" dirty="0"/>
              <a:t>Development of a multi rotor floating offshore system based on vertical axis wind turbines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007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7C724-0565-9F17-7B2B-491411318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51DBCA-C48B-5845-F527-F8B3849B5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4" y="1531244"/>
            <a:ext cx="4812020" cy="46061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Very tight spacing planned</a:t>
            </a:r>
          </a:p>
          <a:p>
            <a:r>
              <a:rPr lang="en-GB" dirty="0"/>
              <a:t>Impact on power</a:t>
            </a:r>
          </a:p>
          <a:p>
            <a:r>
              <a:rPr lang="en-GB" dirty="0"/>
              <a:t>Impact on yaw sensitivity</a:t>
            </a:r>
          </a:p>
          <a:p>
            <a:r>
              <a:rPr lang="en-GB" dirty="0"/>
              <a:t>Impact on wakes</a:t>
            </a:r>
          </a:p>
          <a:p>
            <a:pPr marL="0" indent="0">
              <a:buNone/>
            </a:pPr>
            <a:r>
              <a:rPr lang="en-GB" dirty="0"/>
              <a:t>Rotation direction layout of a long row</a:t>
            </a:r>
          </a:p>
          <a:p>
            <a:pPr marL="0" indent="0">
              <a:buNone/>
            </a:pPr>
            <a:r>
              <a:rPr lang="en-GB" dirty="0"/>
              <a:t>Consider 3D effects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E01210-587E-6F55-8816-4A469C09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Research: MRS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022AA76-66F9-994B-7B5C-39CCA8F907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"/>
          <a:stretch>
            <a:fillRect/>
          </a:stretch>
        </p:blipFill>
        <p:spPr bwMode="auto">
          <a:xfrm>
            <a:off x="5846164" y="181334"/>
            <a:ext cx="7914806" cy="5956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5FE29E9F-8174-FECA-D008-3F35BD9616C3}"/>
              </a:ext>
            </a:extLst>
          </p:cNvPr>
          <p:cNvSpPr txBox="1">
            <a:spLocks/>
          </p:cNvSpPr>
          <p:nvPr/>
        </p:nvSpPr>
        <p:spPr>
          <a:xfrm>
            <a:off x="1023258" y="5951349"/>
            <a:ext cx="8761766" cy="3394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Reference: </a:t>
            </a:r>
            <a:r>
              <a:rPr lang="en-US" dirty="0"/>
              <a:t>Development of a multi rotor floating offshore system based on vertical axis wind turbines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063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7B752-F857-A3E1-AE32-EFA89027A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AED368-BC05-8233-ED48-77247D79D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Different power gain mechanisms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Power gain illustration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The VAWT MRS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/>
              <a:t>The Actuator Cylinder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dirty="0"/>
              <a:t>Sharing my code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lang="en-GB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70A0A5-CDF6-05ED-9663-9FF40E585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3"/>
            <a:ext cx="10515600" cy="1325563"/>
          </a:xfrm>
        </p:spPr>
        <p:txBody>
          <a:bodyPr/>
          <a:lstStyle/>
          <a:p>
            <a:r>
              <a:rPr lang="en-GB" dirty="0"/>
              <a:t>VAWTs – why and how?</a:t>
            </a:r>
          </a:p>
        </p:txBody>
      </p:sp>
    </p:spTree>
    <p:extLst>
      <p:ext uri="{BB962C8B-B14F-4D97-AF65-F5344CB8AC3E}">
        <p14:creationId xmlns:p14="http://schemas.microsoft.com/office/powerpoint/2010/main" val="2435402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AA26C-5F34-EA56-9114-54F7B7FC1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6B74B4-FD95-116F-3338-17DB7F4D5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Actuator Cylinder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0DF93A6-D684-BB3E-0C90-15B0294DE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007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47187-6BE2-7E19-F50F-0E87D926C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D9BCC4-2E20-4FF2-F138-CDD6ED005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4" y="1531244"/>
            <a:ext cx="5850175" cy="47038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Idealise rotor as flat disk</a:t>
            </a:r>
          </a:p>
          <a:p>
            <a:pPr marL="0" indent="0">
              <a:buNone/>
            </a:pPr>
            <a:r>
              <a:rPr lang="en-GB" dirty="0"/>
              <a:t>Consider flow from far upwind</a:t>
            </a:r>
            <a:br>
              <a:rPr lang="en-GB" dirty="0"/>
            </a:br>
            <a:r>
              <a:rPr lang="en-GB" dirty="0"/>
              <a:t>to</a:t>
            </a:r>
            <a:r>
              <a:rPr lang="en-GB" dirty="0">
                <a:sym typeface="Wingdings" panose="05000000000000000000" pitchFamily="2" charset="2"/>
              </a:rPr>
              <a:t> far downwind</a:t>
            </a:r>
            <a:endParaRPr lang="en-GB" dirty="0"/>
          </a:p>
          <a:p>
            <a:pPr marL="0" indent="0">
              <a:buNone/>
            </a:pPr>
            <a:endParaRPr lang="en-GB" sz="800" dirty="0"/>
          </a:p>
          <a:p>
            <a:pPr marL="0" indent="0">
              <a:buNone/>
            </a:pPr>
            <a:r>
              <a:rPr lang="en-GB" dirty="0"/>
              <a:t>Mass flow conservation:</a:t>
            </a:r>
            <a:br>
              <a:rPr lang="en-GB" dirty="0"/>
            </a:br>
            <a:r>
              <a:rPr lang="en-GB" dirty="0"/>
              <a:t>A</a:t>
            </a:r>
            <a:r>
              <a:rPr lang="en-GB" baseline="-25000" dirty="0"/>
              <a:t>0</a:t>
            </a:r>
            <a:r>
              <a:rPr lang="en-GB" dirty="0"/>
              <a:t>U</a:t>
            </a:r>
            <a:r>
              <a:rPr lang="en-GB" baseline="-25000" dirty="0"/>
              <a:t>0</a:t>
            </a:r>
            <a:r>
              <a:rPr lang="en-GB" dirty="0"/>
              <a:t> = A</a:t>
            </a:r>
            <a:r>
              <a:rPr lang="en-GB" baseline="-25000" dirty="0"/>
              <a:t>1</a:t>
            </a:r>
            <a:r>
              <a:rPr lang="en-GB" dirty="0"/>
              <a:t>U</a:t>
            </a:r>
            <a:r>
              <a:rPr lang="en-GB" baseline="-25000" dirty="0"/>
              <a:t>1</a:t>
            </a:r>
            <a:r>
              <a:rPr lang="en-GB" dirty="0"/>
              <a:t> = A</a:t>
            </a:r>
            <a:r>
              <a:rPr lang="en-GB" baseline="-25000" dirty="0"/>
              <a:t>2</a:t>
            </a:r>
            <a:r>
              <a:rPr lang="en-GB" dirty="0"/>
              <a:t>U</a:t>
            </a:r>
            <a:r>
              <a:rPr lang="en-GB" baseline="-25000" dirty="0"/>
              <a:t>2</a:t>
            </a:r>
          </a:p>
          <a:p>
            <a:pPr marL="0" indent="0">
              <a:buNone/>
            </a:pPr>
            <a:endParaRPr lang="en-GB" sz="800" dirty="0"/>
          </a:p>
          <a:p>
            <a:pPr marL="0" indent="0">
              <a:buNone/>
            </a:pPr>
            <a:r>
              <a:rPr lang="en-GB" dirty="0"/>
              <a:t>Momentum conservation:</a:t>
            </a:r>
            <a:br>
              <a:rPr lang="en-GB" dirty="0"/>
            </a:br>
            <a:r>
              <a:rPr lang="en-GB" dirty="0"/>
              <a:t>(ρU</a:t>
            </a:r>
            <a:r>
              <a:rPr lang="en-GB" baseline="-25000" dirty="0"/>
              <a:t>0</a:t>
            </a:r>
            <a:r>
              <a:rPr lang="en-GB" dirty="0"/>
              <a:t> - ρU</a:t>
            </a:r>
            <a:r>
              <a:rPr lang="en-GB" baseline="-25000" dirty="0"/>
              <a:t>2</a:t>
            </a:r>
            <a:r>
              <a:rPr lang="en-GB" dirty="0"/>
              <a:t>)AU = rotor force = A</a:t>
            </a:r>
            <a:r>
              <a:rPr lang="en-GB" baseline="-25000" dirty="0"/>
              <a:t>1</a:t>
            </a:r>
            <a:r>
              <a:rPr lang="en-GB" dirty="0"/>
              <a:t>q</a:t>
            </a:r>
          </a:p>
          <a:p>
            <a:pPr marL="0" indent="0">
              <a:buNone/>
            </a:pPr>
            <a:endParaRPr lang="en-GB" sz="800" dirty="0"/>
          </a:p>
          <a:p>
            <a:pPr marL="0" indent="0">
              <a:buNone/>
            </a:pPr>
            <a:r>
              <a:rPr lang="en-GB" dirty="0"/>
              <a:t>q is also the difference in static air pressure </a:t>
            </a:r>
            <a:r>
              <a:rPr lang="el-GR" i="1" dirty="0"/>
              <a:t>Δ</a:t>
            </a:r>
            <a:r>
              <a:rPr lang="en-GB" i="1" dirty="0"/>
              <a:t>p</a:t>
            </a:r>
            <a:r>
              <a:rPr lang="en-GB" dirty="0"/>
              <a:t> either side of the rotor</a:t>
            </a:r>
          </a:p>
          <a:p>
            <a:pPr marL="0" indent="0">
              <a:buNone/>
            </a:pPr>
            <a:endParaRPr lang="en-GB" sz="800" dirty="0"/>
          </a:p>
          <a:p>
            <a:pPr marL="0" indent="0">
              <a:buNone/>
            </a:pPr>
            <a:r>
              <a:rPr lang="en-GB" dirty="0"/>
              <a:t>Power extracted: P = (A</a:t>
            </a:r>
            <a:r>
              <a:rPr lang="en-GB" baseline="-25000" dirty="0"/>
              <a:t>1</a:t>
            </a:r>
            <a:r>
              <a:rPr lang="en-GB" dirty="0"/>
              <a:t>q)U</a:t>
            </a:r>
            <a:r>
              <a:rPr lang="en-GB" baseline="-25000" dirty="0"/>
              <a:t>1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E805EF-5D3E-B13A-005D-6324508F5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Actuator Disk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90F64C3-F9BA-59CD-20B8-6FE9ADF4F52A}"/>
              </a:ext>
            </a:extLst>
          </p:cNvPr>
          <p:cNvGrpSpPr>
            <a:grpSpLocks noChangeAspect="1"/>
          </p:cNvGrpSpPr>
          <p:nvPr/>
        </p:nvGrpSpPr>
        <p:grpSpPr>
          <a:xfrm>
            <a:off x="5024829" y="1318251"/>
            <a:ext cx="7545824" cy="4221497"/>
            <a:chOff x="985112" y="1952836"/>
            <a:chExt cx="6950478" cy="38884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45BC8FC-8545-6562-84D4-05B0DB741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5112" y="1952836"/>
              <a:ext cx="6950478" cy="388843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A3C2781-9523-7620-FE98-92EE0E6F8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27684" y="1952836"/>
              <a:ext cx="5465334" cy="1514326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7AECBA2-47E8-B8CF-7719-EC488E33EDAE}"/>
              </a:ext>
            </a:extLst>
          </p:cNvPr>
          <p:cNvSpPr txBox="1"/>
          <p:nvPr/>
        </p:nvSpPr>
        <p:spPr>
          <a:xfrm>
            <a:off x="6337738" y="1389362"/>
            <a:ext cx="75674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i="1" dirty="0"/>
              <a:t>A</a:t>
            </a:r>
            <a:r>
              <a:rPr lang="en-GB" sz="2000" i="1" baseline="-25000" dirty="0"/>
              <a:t>0</a:t>
            </a:r>
            <a:r>
              <a:rPr lang="en-GB" sz="2000" i="1" dirty="0"/>
              <a:t>U</a:t>
            </a:r>
            <a:r>
              <a:rPr lang="en-GB" sz="2000" i="1" baseline="-25000" dirty="0"/>
              <a:t>0</a:t>
            </a:r>
            <a:endParaRPr lang="en-GB" sz="20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EDBB31-42CE-46B0-C6DB-2FB35C8E32D8}"/>
              </a:ext>
            </a:extLst>
          </p:cNvPr>
          <p:cNvSpPr txBox="1"/>
          <p:nvPr/>
        </p:nvSpPr>
        <p:spPr>
          <a:xfrm>
            <a:off x="8924597" y="1531244"/>
            <a:ext cx="75674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i="1" dirty="0"/>
              <a:t>A</a:t>
            </a:r>
            <a:r>
              <a:rPr lang="en-GB" sz="2000" i="1" baseline="-25000" dirty="0"/>
              <a:t>1</a:t>
            </a:r>
            <a:r>
              <a:rPr lang="en-GB" sz="2000" i="1" dirty="0"/>
              <a:t>U</a:t>
            </a:r>
            <a:r>
              <a:rPr lang="en-GB" sz="2000" i="1" baseline="-25000" dirty="0"/>
              <a:t>1</a:t>
            </a:r>
            <a:endParaRPr lang="en-GB" sz="20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579FFC-9B58-6144-ACCB-AB33046127B2}"/>
              </a:ext>
            </a:extLst>
          </p:cNvPr>
          <p:cNvSpPr txBox="1"/>
          <p:nvPr/>
        </p:nvSpPr>
        <p:spPr>
          <a:xfrm>
            <a:off x="11236684" y="2456697"/>
            <a:ext cx="75674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i="1" dirty="0"/>
              <a:t>A</a:t>
            </a:r>
            <a:r>
              <a:rPr lang="en-GB" sz="2000" i="1" baseline="-25000" dirty="0"/>
              <a:t>2</a:t>
            </a:r>
            <a:r>
              <a:rPr lang="en-GB" sz="2000" i="1" dirty="0"/>
              <a:t>U</a:t>
            </a:r>
            <a:r>
              <a:rPr lang="en-GB" sz="2000" i="1" baseline="-25000" dirty="0"/>
              <a:t>2</a:t>
            </a:r>
            <a:endParaRPr lang="en-GB" sz="2000" i="1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34D9BEFF-8033-7FEC-11E0-3369492D7EE8}"/>
              </a:ext>
            </a:extLst>
          </p:cNvPr>
          <p:cNvSpPr/>
          <p:nvPr/>
        </p:nvSpPr>
        <p:spPr>
          <a:xfrm rot="19591816">
            <a:off x="7657454" y="2418647"/>
            <a:ext cx="1388756" cy="1387020"/>
          </a:xfrm>
          <a:prstGeom prst="plus">
            <a:avLst>
              <a:gd name="adj" fmla="val 4579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FA77DB8-2004-9157-AB20-5F877489ED8C}"/>
              </a:ext>
            </a:extLst>
          </p:cNvPr>
          <p:cNvSpPr/>
          <p:nvPr/>
        </p:nvSpPr>
        <p:spPr>
          <a:xfrm rot="20799718">
            <a:off x="7567448" y="5376048"/>
            <a:ext cx="1608083" cy="682807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65F846-C333-B414-DE4F-F350D2536DE5}"/>
              </a:ext>
            </a:extLst>
          </p:cNvPr>
          <p:cNvSpPr/>
          <p:nvPr/>
        </p:nvSpPr>
        <p:spPr>
          <a:xfrm>
            <a:off x="8276898" y="3045999"/>
            <a:ext cx="141889" cy="27241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66D7E0-92AB-3DF9-1FEC-FFB199549971}"/>
              </a:ext>
            </a:extLst>
          </p:cNvPr>
          <p:cNvSpPr/>
          <p:nvPr/>
        </p:nvSpPr>
        <p:spPr>
          <a:xfrm>
            <a:off x="7725103" y="2150699"/>
            <a:ext cx="1199494" cy="1922916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16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3" grpId="0" animBg="1"/>
      <p:bldP spid="12" grpId="0" animBg="1"/>
      <p:bldP spid="7" grpId="0" animBg="1"/>
      <p:bldP spid="7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6E6FD-EE97-3E62-87D3-432512657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978ED1-D380-3036-D85A-3043A9DB3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3" y="1531245"/>
            <a:ext cx="5477016" cy="4317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Instead of idealising rotors as disk…</a:t>
            </a:r>
          </a:p>
          <a:p>
            <a:pPr marL="0" indent="0">
              <a:buNone/>
            </a:pPr>
            <a:r>
              <a:rPr lang="en-GB" dirty="0"/>
              <a:t>…we idealise rotors as a cylinder…</a:t>
            </a:r>
          </a:p>
          <a:p>
            <a:pPr marL="0" indent="0">
              <a:buNone/>
            </a:pPr>
            <a:r>
              <a:rPr lang="en-GB" dirty="0"/>
              <a:t>…and approximate cylinder by a 2D slice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BB130B-1C6F-E6CF-B8DC-042BC6E3D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Actuator Cylinder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BF79EE-FCFB-6A85-E4FE-7452B9B46FDC}"/>
              </a:ext>
            </a:extLst>
          </p:cNvPr>
          <p:cNvSpPr/>
          <p:nvPr/>
        </p:nvSpPr>
        <p:spPr>
          <a:xfrm>
            <a:off x="6096000" y="711121"/>
            <a:ext cx="2716924" cy="8201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DDE33EF5-D604-3C90-1FE3-490DCD85D2E5}"/>
              </a:ext>
            </a:extLst>
          </p:cNvPr>
          <p:cNvSpPr txBox="1">
            <a:spLocks/>
          </p:cNvSpPr>
          <p:nvPr/>
        </p:nvSpPr>
        <p:spPr>
          <a:xfrm>
            <a:off x="1034143" y="5849005"/>
            <a:ext cx="4925224" cy="4418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dirty="0"/>
              <a:t>Image source: W</a:t>
            </a:r>
            <a:r>
              <a:rPr lang="en-US" sz="1400" dirty="0" err="1"/>
              <a:t>ind</a:t>
            </a:r>
            <a:r>
              <a:rPr lang="en-US" sz="1400" dirty="0"/>
              <a:t> Turbine Safety and Function Test Report for the Mariah </a:t>
            </a:r>
            <a:r>
              <a:rPr lang="en-US" sz="1400" dirty="0" err="1"/>
              <a:t>Windspire</a:t>
            </a:r>
            <a:r>
              <a:rPr lang="en-US" sz="1400" dirty="0"/>
              <a:t> Wind Turbine</a:t>
            </a:r>
            <a:endParaRPr lang="en-GB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9C5B0A-7C3F-85E0-7342-85EFFDEE3A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24" r="5324"/>
          <a:stretch>
            <a:fillRect/>
          </a:stretch>
        </p:blipFill>
        <p:spPr>
          <a:xfrm rot="16140000">
            <a:off x="5892286" y="2532229"/>
            <a:ext cx="6858001" cy="1793539"/>
          </a:xfrm>
          <a:prstGeom prst="rect">
            <a:avLst/>
          </a:prstGeom>
        </p:spPr>
      </p:pic>
      <p:sp>
        <p:nvSpPr>
          <p:cNvPr id="4" name="Cylinder 3">
            <a:extLst>
              <a:ext uri="{FF2B5EF4-FFF2-40B4-BE49-F238E27FC236}">
                <a16:creationId xmlns:a16="http://schemas.microsoft.com/office/drawing/2014/main" id="{55EB07B1-5886-ED54-50B1-DC79EE309C1D}"/>
              </a:ext>
            </a:extLst>
          </p:cNvPr>
          <p:cNvSpPr/>
          <p:nvPr/>
        </p:nvSpPr>
        <p:spPr>
          <a:xfrm rot="10800000">
            <a:off x="8877595" y="130062"/>
            <a:ext cx="805974" cy="4499429"/>
          </a:xfrm>
          <a:prstGeom prst="can">
            <a:avLst>
              <a:gd name="adj" fmla="val 30375"/>
            </a:avLst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C29CE8B3-2781-942D-2CB0-62FFF5125070}"/>
              </a:ext>
            </a:extLst>
          </p:cNvPr>
          <p:cNvSpPr/>
          <p:nvPr/>
        </p:nvSpPr>
        <p:spPr>
          <a:xfrm rot="10800000" flipV="1">
            <a:off x="8898790" y="2366679"/>
            <a:ext cx="763581" cy="142823"/>
          </a:xfrm>
          <a:prstGeom prst="arc">
            <a:avLst>
              <a:gd name="adj1" fmla="val 10624192"/>
              <a:gd name="adj2" fmla="val 10418322"/>
            </a:avLst>
          </a:prstGeom>
          <a:ln w="57150">
            <a:solidFill>
              <a:srgbClr val="FFC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92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4" grpId="0" animBg="1"/>
      <p:bldP spid="4" grpId="1" animBg="1"/>
      <p:bldP spid="13" grpId="0" animBg="1"/>
      <p:bldP spid="13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DDE3C-DCE7-6B8F-08D0-5876DFB8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8B68BA-1B45-49A9-2424-B0614439FB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34143" y="1531245"/>
                <a:ext cx="5477016" cy="43177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Instead of idealising rotors as disk…</a:t>
                </a:r>
              </a:p>
              <a:p>
                <a:pPr marL="0" indent="0">
                  <a:buNone/>
                </a:pPr>
                <a:r>
                  <a:rPr lang="en-GB" dirty="0"/>
                  <a:t>…we idealise rotors as a cylinder…</a:t>
                </a:r>
              </a:p>
              <a:p>
                <a:pPr marL="0" indent="0">
                  <a:buNone/>
                </a:pPr>
                <a:r>
                  <a:rPr lang="en-GB" dirty="0"/>
                  <a:t>…and approximate cylinder by a 2D slice </a:t>
                </a:r>
              </a:p>
              <a:p>
                <a:pPr marL="0" indent="0">
                  <a:buNone/>
                </a:pPr>
                <a:r>
                  <a:rPr lang="en-GB" dirty="0"/>
                  <a:t>Instead of q constant, now have q(</a:t>
                </a:r>
                <a:r>
                  <a:rPr lang="el-GR" dirty="0"/>
                  <a:t>θ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r>
                  <a:rPr lang="en-GB" dirty="0"/>
                  <a:t>Power extracted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𝑅𝑑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nary>
                  </m:oMath>
                </a14:m>
                <a:r>
                  <a:rPr lang="en-GB" dirty="0"/>
                  <a:t> (per unit height)</a:t>
                </a:r>
              </a:p>
              <a:p>
                <a:pPr marL="0" indent="0">
                  <a:buNone/>
                </a:pPr>
                <a:endParaRPr lang="en-GB" sz="1200" dirty="0"/>
              </a:p>
              <a:p>
                <a:pPr marL="0" indent="0">
                  <a:buNone/>
                </a:pPr>
                <a:r>
                  <a:rPr lang="en-GB" dirty="0"/>
                  <a:t>Low complexity/computational time, medium fidelity!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8B68BA-1B45-49A9-2424-B0614439FB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4143" y="1531245"/>
                <a:ext cx="5477016" cy="4317760"/>
              </a:xfrm>
              <a:blipFill>
                <a:blip r:embed="rId3"/>
                <a:stretch>
                  <a:fillRect l="-1782" t="-1977" r="-10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E67E73F-0576-995D-CB1E-2A3A23AC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Actuator Cylinder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5C5D4-EB9E-B20D-8A94-8A02B2077F3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 rot="21438690">
            <a:off x="5307760" y="870607"/>
            <a:ext cx="6925518" cy="533928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C6D45EF-7578-F31C-1C69-2655B5838B69}"/>
              </a:ext>
            </a:extLst>
          </p:cNvPr>
          <p:cNvSpPr/>
          <p:nvPr/>
        </p:nvSpPr>
        <p:spPr>
          <a:xfrm>
            <a:off x="6096000" y="711121"/>
            <a:ext cx="2716924" cy="8201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 Placeholder 35">
            <a:extLst>
              <a:ext uri="{FF2B5EF4-FFF2-40B4-BE49-F238E27FC236}">
                <a16:creationId xmlns:a16="http://schemas.microsoft.com/office/drawing/2014/main" id="{D883E885-612C-5018-9E7C-0428AC336A24}"/>
              </a:ext>
            </a:extLst>
          </p:cNvPr>
          <p:cNvSpPr txBox="1">
            <a:spLocks/>
          </p:cNvSpPr>
          <p:nvPr/>
        </p:nvSpPr>
        <p:spPr>
          <a:xfrm>
            <a:off x="1023259" y="5849006"/>
            <a:ext cx="4936108" cy="4418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21669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dirty="0"/>
              <a:t>Image source: The Actuator Cylinder: A Flow Model for Vertical Axis Wind Turbines</a:t>
            </a:r>
          </a:p>
        </p:txBody>
      </p:sp>
    </p:spTree>
    <p:extLst>
      <p:ext uri="{BB962C8B-B14F-4D97-AF65-F5344CB8AC3E}">
        <p14:creationId xmlns:p14="http://schemas.microsoft.com/office/powerpoint/2010/main" val="124376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7AF9-92D6-F54D-A6E1-22211D10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41150F-8CDF-B157-6F57-8FC33E149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4" y="1531244"/>
            <a:ext cx="10319656" cy="43116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Solve mass + momentum equations as before</a:t>
            </a:r>
          </a:p>
          <a:p>
            <a:pPr marL="0" indent="0">
              <a:buNone/>
            </a:pPr>
            <a:r>
              <a:rPr lang="en-GB" dirty="0"/>
              <a:t>Obtain nonlinear Poisson equation for wind pressure </a:t>
            </a:r>
            <a:r>
              <a:rPr lang="en-GB" i="1" dirty="0"/>
              <a:t>p</a:t>
            </a:r>
          </a:p>
          <a:p>
            <a:pPr marL="0" indent="0">
              <a:buNone/>
            </a:pPr>
            <a:r>
              <a:rPr lang="en-GB" dirty="0"/>
              <a:t>Deduce equations for wind velocity perturbations </a:t>
            </a:r>
            <a:r>
              <a:rPr lang="en-GB" i="1" dirty="0" err="1"/>
              <a:t>w</a:t>
            </a:r>
            <a:r>
              <a:rPr lang="en-GB" i="1" baseline="-25000" dirty="0" err="1"/>
              <a:t>x</a:t>
            </a:r>
            <a:r>
              <a:rPr lang="en-GB" dirty="0"/>
              <a:t>, </a:t>
            </a:r>
            <a:r>
              <a:rPr lang="en-GB" i="1" dirty="0" err="1"/>
              <a:t>w</a:t>
            </a:r>
            <a:r>
              <a:rPr lang="en-GB" i="1" baseline="-25000" dirty="0" err="1"/>
              <a:t>y</a:t>
            </a:r>
            <a:endParaRPr lang="en-GB" i="1" dirty="0"/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dirty="0"/>
              <a:t>Solution has linear and nonlinear parts</a:t>
            </a:r>
          </a:p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r>
              <a:rPr lang="en-GB" dirty="0"/>
              <a:t>Linear solutions, prescribed q: 		computational calculation</a:t>
            </a:r>
          </a:p>
          <a:p>
            <a:pPr marL="0" indent="0">
              <a:buNone/>
            </a:pPr>
            <a:r>
              <a:rPr lang="en-GB" dirty="0"/>
              <a:t>Nonlinear approximation: 		…with correction term</a:t>
            </a:r>
          </a:p>
          <a:p>
            <a:pPr marL="0" indent="0">
              <a:buNone/>
            </a:pPr>
            <a:r>
              <a:rPr lang="en-GB" dirty="0"/>
              <a:t>Nonlinear solution: 			…with iterative loop</a:t>
            </a:r>
          </a:p>
          <a:p>
            <a:pPr marL="0" indent="0">
              <a:buNone/>
            </a:pPr>
            <a:r>
              <a:rPr lang="en-GB" dirty="0"/>
              <a:t>Calculate q from </a:t>
            </a:r>
            <a:r>
              <a:rPr lang="en-GB" i="1" dirty="0" err="1"/>
              <a:t>w</a:t>
            </a:r>
            <a:r>
              <a:rPr lang="en-GB" i="1" baseline="-25000" dirty="0" err="1"/>
              <a:t>x</a:t>
            </a:r>
            <a:r>
              <a:rPr lang="en-GB" dirty="0" err="1"/>
              <a:t>,</a:t>
            </a:r>
            <a:r>
              <a:rPr lang="en-GB" i="1" dirty="0" err="1"/>
              <a:t>w</a:t>
            </a:r>
            <a:r>
              <a:rPr lang="en-GB" i="1" baseline="-25000" dirty="0" err="1"/>
              <a:t>y</a:t>
            </a:r>
            <a:r>
              <a:rPr lang="en-GB" dirty="0"/>
              <a:t> &amp; aerofoil data: 	…with (another) iterative loop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C8966A-ED31-8BD6-E94C-9F926B0C7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Actuator Cylinder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B1A27E75-52FB-64B2-5E1F-8BF17C3FA35D}"/>
              </a:ext>
            </a:extLst>
          </p:cNvPr>
          <p:cNvSpPr/>
          <p:nvPr/>
        </p:nvSpPr>
        <p:spPr>
          <a:xfrm>
            <a:off x="9129488" y="2075543"/>
            <a:ext cx="159657" cy="7112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A2D1FA-A450-4752-99DC-5847CB6677A0}"/>
              </a:ext>
            </a:extLst>
          </p:cNvPr>
          <p:cNvSpPr txBox="1"/>
          <p:nvPr/>
        </p:nvSpPr>
        <p:spPr>
          <a:xfrm>
            <a:off x="9289144" y="2200310"/>
            <a:ext cx="2786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functions of q(</a:t>
            </a:r>
            <a:r>
              <a:rPr lang="el-GR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θ</a:t>
            </a:r>
            <a:r>
              <a:rPr lang="en-GB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  <a:endParaRPr lang="en-GB" sz="24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AA45EA7-4CF1-3268-DE78-563DA9C09B9D}"/>
              </a:ext>
            </a:extLst>
          </p:cNvPr>
          <p:cNvSpPr txBox="1">
            <a:spLocks/>
          </p:cNvSpPr>
          <p:nvPr/>
        </p:nvSpPr>
        <p:spPr>
          <a:xfrm>
            <a:off x="1034144" y="5799061"/>
            <a:ext cx="10515598" cy="74386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216691"/>
                </a:solidFill>
              </a:rPr>
              <a:t>Source: Actuator Cylinder Theory for Multiple Vertical Axis Turbines</a:t>
            </a:r>
            <a:br>
              <a:rPr lang="en-US" sz="1200" b="1" dirty="0">
                <a:solidFill>
                  <a:srgbClr val="216691"/>
                </a:solidFill>
              </a:rPr>
            </a:br>
            <a:r>
              <a:rPr lang="en-US" sz="1200" b="1" dirty="0">
                <a:solidFill>
                  <a:srgbClr val="216691"/>
                </a:solidFill>
              </a:rPr>
              <a:t>Source: The Actuator Cylinder – A Flow Model for Vertical Axis Wind Turbines</a:t>
            </a:r>
          </a:p>
        </p:txBody>
      </p:sp>
    </p:spTree>
    <p:extLst>
      <p:ext uri="{BB962C8B-B14F-4D97-AF65-F5344CB8AC3E}">
        <p14:creationId xmlns:p14="http://schemas.microsoft.com/office/powerpoint/2010/main" val="184224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9B691-6EEA-79ED-5F99-BBA0A60B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CEC50F-7023-8755-050F-3225C5742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Research: Code!</a:t>
            </a:r>
          </a:p>
        </p:txBody>
      </p:sp>
      <p:pic>
        <p:nvPicPr>
          <p:cNvPr id="11" name="Picture 10" descr="A diagram of a cylinder&#10;&#10;AI-generated content may be incorrect.">
            <a:extLst>
              <a:ext uri="{FF2B5EF4-FFF2-40B4-BE49-F238E27FC236}">
                <a16:creationId xmlns:a16="http://schemas.microsoft.com/office/drawing/2014/main" id="{BEA1B27A-FCDE-ACB6-52C9-0C2780DCF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89" y="2026617"/>
            <a:ext cx="10922222" cy="364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923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BAD95-ACBD-AAF7-50B8-55BE83D24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68EBEB-0444-4B6D-B4CF-66EAD3512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Code</a:t>
            </a:r>
          </a:p>
        </p:txBody>
      </p:sp>
      <p:pic>
        <p:nvPicPr>
          <p:cNvPr id="11" name="Picture 10" descr="A diagram of a cylinder&#10;&#10;AI-generated content may be incorrect.">
            <a:extLst>
              <a:ext uri="{FF2B5EF4-FFF2-40B4-BE49-F238E27FC236}">
                <a16:creationId xmlns:a16="http://schemas.microsoft.com/office/drawing/2014/main" id="{D0B88994-ED62-062A-7A2A-D23F0B25D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90" y="3384809"/>
            <a:ext cx="7063624" cy="2359436"/>
          </a:xfrm>
          <a:prstGeom prst="rect">
            <a:avLst/>
          </a:prstGeom>
          <a:ln>
            <a:noFill/>
          </a:ln>
        </p:spPr>
      </p:pic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0DC33C24-DDA4-A293-3B65-5BA6B1BB7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2" y="1531244"/>
            <a:ext cx="10319657" cy="18977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Based on Andrew Ning’s work</a:t>
            </a:r>
          </a:p>
          <a:p>
            <a:pPr marL="0" indent="0">
              <a:buNone/>
            </a:pPr>
            <a:r>
              <a:rPr lang="en-GB" dirty="0"/>
              <a:t>Written in </a:t>
            </a:r>
            <a:r>
              <a:rPr lang="en-GB" dirty="0" err="1"/>
              <a:t>Matlab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Can batch-run + compare different setups</a:t>
            </a:r>
          </a:p>
          <a:p>
            <a:pPr marL="0" indent="0">
              <a:buNone/>
            </a:pPr>
            <a:r>
              <a:rPr lang="en-GB" dirty="0"/>
              <a:t>Current version: linear, q from aerofoil data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65CA4083-48B9-0F46-2565-6DC469939F3C}"/>
              </a:ext>
            </a:extLst>
          </p:cNvPr>
          <p:cNvSpPr txBox="1">
            <a:spLocks/>
          </p:cNvSpPr>
          <p:nvPr/>
        </p:nvSpPr>
        <p:spPr>
          <a:xfrm>
            <a:off x="8049214" y="4331529"/>
            <a:ext cx="4039893" cy="1633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>
                <a:hlinkClick r:id="rId3"/>
              </a:rPr>
              <a:t>github.com/</a:t>
            </a:r>
            <a:r>
              <a:rPr lang="en-GB" dirty="0" err="1">
                <a:hlinkClick r:id="rId3"/>
              </a:rPr>
              <a:t>AngusBuck</a:t>
            </a:r>
            <a:r>
              <a:rPr lang="en-GB" dirty="0">
                <a:hlinkClick r:id="rId3"/>
              </a:rPr>
              <a:t>/</a:t>
            </a:r>
            <a:br>
              <a:rPr lang="en-GB" dirty="0">
                <a:hlinkClick r:id="rId3"/>
              </a:rPr>
            </a:br>
            <a:r>
              <a:rPr lang="en-GB" dirty="0">
                <a:hlinkClick r:id="rId3"/>
              </a:rPr>
              <a:t>Multiple-Actuator-Cylinder</a:t>
            </a:r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99B987-4295-DF11-9025-7C2B23E303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94663" y="1531244"/>
            <a:ext cx="2748997" cy="2800285"/>
          </a:xfrm>
          <a:prstGeom prst="rect">
            <a:avLst/>
          </a:prstGeom>
        </p:spPr>
      </p:pic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D5C23A-EED8-71AC-6B6B-A6498D42EDBD}"/>
              </a:ext>
            </a:extLst>
          </p:cNvPr>
          <p:cNvSpPr txBox="1">
            <a:spLocks/>
          </p:cNvSpPr>
          <p:nvPr/>
        </p:nvSpPr>
        <p:spPr>
          <a:xfrm>
            <a:off x="1034142" y="5995316"/>
            <a:ext cx="10515598" cy="4596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216691"/>
                </a:solidFill>
              </a:rPr>
              <a:t>Reference: Actuator Cylinder Theory for Multiple Vertical Axis Turbines</a:t>
            </a:r>
          </a:p>
        </p:txBody>
      </p:sp>
    </p:spTree>
    <p:extLst>
      <p:ext uri="{BB962C8B-B14F-4D97-AF65-F5344CB8AC3E}">
        <p14:creationId xmlns:p14="http://schemas.microsoft.com/office/powerpoint/2010/main" val="172791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B27C0-E0FE-06FC-16C0-63B1298DB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diagram of a wind influence&#10;&#10;AI-generated content may be incorrect.">
            <a:extLst>
              <a:ext uri="{FF2B5EF4-FFF2-40B4-BE49-F238E27FC236}">
                <a16:creationId xmlns:a16="http://schemas.microsoft.com/office/drawing/2014/main" id="{701BD78C-2FEB-0800-D670-FD4044017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884" y="1531243"/>
            <a:ext cx="7112601" cy="4452974"/>
          </a:xfrm>
          <a:prstGeom prst="rect">
            <a:avLst/>
          </a:prstGeom>
        </p:spPr>
      </p:pic>
      <p:pic>
        <p:nvPicPr>
          <p:cNvPr id="10" name="Picture 9" descr="A graph of a wind turbine&#10;&#10;AI-generated content may be incorrect.">
            <a:extLst>
              <a:ext uri="{FF2B5EF4-FFF2-40B4-BE49-F238E27FC236}">
                <a16:creationId xmlns:a16="http://schemas.microsoft.com/office/drawing/2014/main" id="{FA681554-8FB2-658F-E158-FF29253F7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730" y="1526546"/>
            <a:ext cx="4727319" cy="4471524"/>
          </a:xfrm>
          <a:prstGeom prst="rect">
            <a:avLst/>
          </a:prstGeom>
        </p:spPr>
      </p:pic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2F90B910-085A-269A-FF20-AED58FAFE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4883" y="1926388"/>
            <a:ext cx="7142233" cy="366494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27D5F71-F439-1E47-AC55-356820C77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3"/>
            <a:ext cx="10515600" cy="1325563"/>
          </a:xfrm>
        </p:spPr>
        <p:txBody>
          <a:bodyPr/>
          <a:lstStyle/>
          <a:p>
            <a:r>
              <a:rPr lang="en-GB" dirty="0"/>
              <a:t>My code: qualitatively good</a:t>
            </a:r>
          </a:p>
        </p:txBody>
      </p:sp>
    </p:spTree>
    <p:extLst>
      <p:ext uri="{BB962C8B-B14F-4D97-AF65-F5344CB8AC3E}">
        <p14:creationId xmlns:p14="http://schemas.microsoft.com/office/powerpoint/2010/main" val="2618929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893D-D01D-5ED9-1689-CA478D9A5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4068E1D-D6B5-5DFF-425E-97C75AAF5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3"/>
            <a:ext cx="10515600" cy="1325563"/>
          </a:xfrm>
        </p:spPr>
        <p:txBody>
          <a:bodyPr/>
          <a:lstStyle/>
          <a:p>
            <a:r>
              <a:rPr lang="en-GB" dirty="0"/>
              <a:t>My code: qualitatively good</a:t>
            </a:r>
          </a:p>
        </p:txBody>
      </p:sp>
      <p:pic>
        <p:nvPicPr>
          <p:cNvPr id="4" name="Picture 3" descr="A diagram of a wind turbine&#10;&#10;AI-generated content may be incorrect.">
            <a:extLst>
              <a:ext uri="{FF2B5EF4-FFF2-40B4-BE49-F238E27FC236}">
                <a16:creationId xmlns:a16="http://schemas.microsoft.com/office/drawing/2014/main" id="{EC0C7AFB-75CA-A64F-17A9-FA13979E2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191" y="1512693"/>
            <a:ext cx="4355024" cy="450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3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250ED-E7CB-0C06-7AE1-CDFF11347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of a wind turbine&#10;&#10;AI-generated content may be incorrect.">
            <a:extLst>
              <a:ext uri="{FF2B5EF4-FFF2-40B4-BE49-F238E27FC236}">
                <a16:creationId xmlns:a16="http://schemas.microsoft.com/office/drawing/2014/main" id="{D680287F-FAD0-07A3-609D-0825827F2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730" y="1526546"/>
            <a:ext cx="4727319" cy="447152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04B063D-BF65-CFAB-1C10-91B8F7060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3"/>
            <a:ext cx="10515600" cy="1325563"/>
          </a:xfrm>
        </p:spPr>
        <p:txBody>
          <a:bodyPr/>
          <a:lstStyle/>
          <a:p>
            <a:r>
              <a:rPr lang="en-GB" dirty="0"/>
              <a:t>My code: qualitatively good</a:t>
            </a:r>
          </a:p>
        </p:txBody>
      </p:sp>
    </p:spTree>
    <p:extLst>
      <p:ext uri="{BB962C8B-B14F-4D97-AF65-F5344CB8AC3E}">
        <p14:creationId xmlns:p14="http://schemas.microsoft.com/office/powerpoint/2010/main" val="103424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E2D09-E065-A971-0DEB-4E0B8A6FE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diagram of a wind influence&#10;&#10;AI-generated content may be incorrect.">
            <a:extLst>
              <a:ext uri="{FF2B5EF4-FFF2-40B4-BE49-F238E27FC236}">
                <a16:creationId xmlns:a16="http://schemas.microsoft.com/office/drawing/2014/main" id="{F95C5E78-10FA-4CE1-C959-5672BC2BC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884" y="1531243"/>
            <a:ext cx="7112601" cy="445297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7897E9-73A3-E246-140C-96A72B578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3"/>
            <a:ext cx="10515600" cy="1325563"/>
          </a:xfrm>
        </p:spPr>
        <p:txBody>
          <a:bodyPr/>
          <a:lstStyle/>
          <a:p>
            <a:r>
              <a:rPr lang="en-GB" dirty="0"/>
              <a:t>My code: qualitatively good</a:t>
            </a:r>
          </a:p>
        </p:txBody>
      </p:sp>
    </p:spTree>
    <p:extLst>
      <p:ext uri="{BB962C8B-B14F-4D97-AF65-F5344CB8AC3E}">
        <p14:creationId xmlns:p14="http://schemas.microsoft.com/office/powerpoint/2010/main" val="283901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4619A-E7DC-DB0E-F780-F7EA6B464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diagram of a wind turbine&#10;&#10;AI-generated content may be incorrect.">
            <a:extLst>
              <a:ext uri="{FF2B5EF4-FFF2-40B4-BE49-F238E27FC236}">
                <a16:creationId xmlns:a16="http://schemas.microsoft.com/office/drawing/2014/main" id="{2C4AE977-BBA4-B465-DE8C-C55315BAA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532" y="1266669"/>
            <a:ext cx="7619303" cy="5398925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4D804DA-9804-B551-945B-5CE44C7AD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3"/>
            <a:ext cx="10515600" cy="1325563"/>
          </a:xfrm>
        </p:spPr>
        <p:txBody>
          <a:bodyPr/>
          <a:lstStyle/>
          <a:p>
            <a:r>
              <a:rPr lang="en-GB" dirty="0"/>
              <a:t>My code: qualitatively good</a:t>
            </a:r>
          </a:p>
        </p:txBody>
      </p:sp>
    </p:spTree>
    <p:extLst>
      <p:ext uri="{BB962C8B-B14F-4D97-AF65-F5344CB8AC3E}">
        <p14:creationId xmlns:p14="http://schemas.microsoft.com/office/powerpoint/2010/main" val="119538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47169-CF2C-1EEE-AE93-44F826BB1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54301B-589C-36BE-AFCA-D51D74E65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3"/>
            <a:ext cx="10515600" cy="1325563"/>
          </a:xfrm>
        </p:spPr>
        <p:txBody>
          <a:bodyPr/>
          <a:lstStyle/>
          <a:p>
            <a:r>
              <a:rPr lang="en-GB" dirty="0"/>
              <a:t>My code: quantitative issues</a:t>
            </a:r>
          </a:p>
        </p:txBody>
      </p:sp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BAC239F-422A-5E5F-1B1A-7563233A1C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22" t="16185"/>
          <a:stretch>
            <a:fillRect/>
          </a:stretch>
        </p:blipFill>
        <p:spPr>
          <a:xfrm rot="5400000">
            <a:off x="3792974" y="1653366"/>
            <a:ext cx="4606052" cy="4431225"/>
          </a:xfrm>
          <a:prstGeom prst="rect">
            <a:avLst/>
          </a:prstGeom>
        </p:spPr>
      </p:pic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63C367-B906-FE6D-9A5C-C432824A0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1330" y="0"/>
            <a:ext cx="7674974" cy="4317173"/>
          </a:xfrm>
          <a:prstGeom prst="rect">
            <a:avLst/>
          </a:prstGeom>
        </p:spPr>
      </p:pic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9501EB-037F-AAC7-D286-55C967079C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1330" y="3636615"/>
            <a:ext cx="5144146" cy="289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9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0132E-7655-0B23-3DBF-06C75A87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B6460F-55F5-A90D-E065-2A5D6F9BA1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04" b="7581"/>
          <a:stretch>
            <a:fillRect/>
          </a:stretch>
        </p:blipFill>
        <p:spPr>
          <a:xfrm>
            <a:off x="1376651" y="1590917"/>
            <a:ext cx="9438698" cy="455612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D4DC649-65E4-BD25-17C5-628627027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3"/>
            <a:ext cx="10515600" cy="1325563"/>
          </a:xfrm>
        </p:spPr>
        <p:txBody>
          <a:bodyPr/>
          <a:lstStyle/>
          <a:p>
            <a:r>
              <a:rPr lang="en-GB" dirty="0"/>
              <a:t>My code: quantitative issues</a:t>
            </a:r>
          </a:p>
        </p:txBody>
      </p:sp>
    </p:spTree>
    <p:extLst>
      <p:ext uri="{BB962C8B-B14F-4D97-AF65-F5344CB8AC3E}">
        <p14:creationId xmlns:p14="http://schemas.microsoft.com/office/powerpoint/2010/main" val="9262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BFB79-B032-78B6-3C01-BA26E0F73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116B5F-5529-A858-DE49-A5D6B31E8E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1" b="6746"/>
          <a:stretch>
            <a:fillRect/>
          </a:stretch>
        </p:blipFill>
        <p:spPr>
          <a:xfrm>
            <a:off x="1705528" y="1590917"/>
            <a:ext cx="8780943" cy="455612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69FE5E8-62AC-6A98-F560-772641458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3"/>
            <a:ext cx="10515600" cy="1325563"/>
          </a:xfrm>
        </p:spPr>
        <p:txBody>
          <a:bodyPr/>
          <a:lstStyle/>
          <a:p>
            <a:r>
              <a:rPr lang="en-GB" dirty="0"/>
              <a:t>My code: quantitative issues</a:t>
            </a:r>
          </a:p>
        </p:txBody>
      </p: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46B83D-98E0-2ABB-9A01-4618B4FA9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1330" y="0"/>
            <a:ext cx="7674974" cy="4317173"/>
          </a:xfrm>
          <a:prstGeom prst="rect">
            <a:avLst/>
          </a:prstGeom>
        </p:spPr>
      </p:pic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4D0B48-D0F2-B5CB-CEAB-39A0CE4C90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1330" y="3636615"/>
            <a:ext cx="5144146" cy="289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8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6DCB2-5B33-44C4-0120-C071FA8C4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CC5226-7FBE-5661-9E95-EF09ECA41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53366"/>
            <a:ext cx="10439400" cy="4303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Open Sans" panose="020B0606030504020204"/>
                <a:sym typeface="Wingdings" panose="05000000000000000000" pitchFamily="2" charset="2"/>
              </a:rPr>
              <a:t>Computational: make </a:t>
            </a:r>
            <a:r>
              <a:rPr lang="en-GB" i="1" dirty="0" err="1">
                <a:latin typeface="Open Sans" panose="020B0606030504020204"/>
                <a:sym typeface="Wingdings" panose="05000000000000000000" pitchFamily="2" charset="2"/>
              </a:rPr>
              <a:t>fsolve</a:t>
            </a:r>
            <a:r>
              <a:rPr lang="en-GB" dirty="0">
                <a:latin typeface="Open Sans" panose="020B0606030504020204"/>
                <a:sym typeface="Wingdings" panose="05000000000000000000" pitchFamily="2" charset="2"/>
              </a:rPr>
              <a:t> converge</a:t>
            </a:r>
          </a:p>
          <a:p>
            <a:pPr marL="0" indent="0">
              <a:buNone/>
            </a:pPr>
            <a:r>
              <a:rPr lang="en-GB" dirty="0">
                <a:latin typeface="Open Sans" panose="020B0606030504020204"/>
                <a:sym typeface="Wingdings" panose="05000000000000000000" pitchFamily="2" charset="2"/>
              </a:rPr>
              <a:t>Mathematical: nonlinearities</a:t>
            </a:r>
          </a:p>
          <a:p>
            <a:r>
              <a:rPr lang="en-GB" dirty="0">
                <a:latin typeface="Open Sans" panose="020B0606030504020204"/>
                <a:sym typeface="Wingdings" panose="05000000000000000000" pitchFamily="2" charset="2"/>
              </a:rPr>
              <a:t>correction term?</a:t>
            </a:r>
          </a:p>
          <a:p>
            <a:r>
              <a:rPr lang="en-GB" dirty="0">
                <a:latin typeface="Open Sans" panose="020B0606030504020204"/>
                <a:sym typeface="Wingdings" panose="05000000000000000000" pitchFamily="2" charset="2"/>
              </a:rPr>
              <a:t>full nonlinear?</a:t>
            </a:r>
          </a:p>
          <a:p>
            <a:pPr marL="0" indent="0">
              <a:buNone/>
            </a:pPr>
            <a:r>
              <a:rPr lang="en-GB" dirty="0">
                <a:latin typeface="Open Sans" panose="020B0606030504020204"/>
                <a:sym typeface="Wingdings" panose="05000000000000000000" pitchFamily="2" charset="2"/>
              </a:rPr>
              <a:t>Physical:</a:t>
            </a:r>
          </a:p>
          <a:p>
            <a:r>
              <a:rPr lang="en-GB" dirty="0">
                <a:latin typeface="Open Sans" panose="020B0606030504020204"/>
                <a:sym typeface="Wingdings" panose="05000000000000000000" pitchFamily="2" charset="2"/>
              </a:rPr>
              <a:t>virtual camber</a:t>
            </a:r>
          </a:p>
          <a:p>
            <a:r>
              <a:rPr lang="en-GB" dirty="0">
                <a:latin typeface="Open Sans" panose="020B0606030504020204"/>
                <a:sym typeface="Wingdings" panose="05000000000000000000" pitchFamily="2" charset="2"/>
              </a:rPr>
              <a:t>better wake model</a:t>
            </a:r>
          </a:p>
          <a:p>
            <a:r>
              <a:rPr lang="en-GB" dirty="0">
                <a:latin typeface="Open Sans" panose="020B0606030504020204"/>
                <a:sym typeface="Wingdings" panose="05000000000000000000" pitchFamily="2" charset="2"/>
              </a:rPr>
              <a:t>3D adaptation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04CA46-1006-EA88-EBBB-E517E9083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3"/>
            <a:ext cx="10515600" cy="1325563"/>
          </a:xfrm>
        </p:spPr>
        <p:txBody>
          <a:bodyPr/>
          <a:lstStyle/>
          <a:p>
            <a:r>
              <a:rPr lang="en-GB" dirty="0"/>
              <a:t>My code: next steps</a:t>
            </a:r>
          </a:p>
        </p:txBody>
      </p:sp>
    </p:spTree>
    <p:extLst>
      <p:ext uri="{BB962C8B-B14F-4D97-AF65-F5344CB8AC3E}">
        <p14:creationId xmlns:p14="http://schemas.microsoft.com/office/powerpoint/2010/main" val="351270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0593F-8F2A-BF75-5CF4-B519E02C9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65DC748-6E47-9F0F-B66F-CF366F4C8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4" y="1926389"/>
            <a:ext cx="10363200" cy="1502612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dirty="0"/>
              <a:t>Rotation direction combos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Wake con/divergence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Tip-speed ratios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AC13D00-6CEA-22D0-E243-36412AF46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Things I didn’t have time for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1A63CEA-B2C2-3F76-567B-288958A5E74C}"/>
              </a:ext>
            </a:extLst>
          </p:cNvPr>
          <p:cNvSpPr txBox="1">
            <a:spLocks/>
          </p:cNvSpPr>
          <p:nvPr/>
        </p:nvSpPr>
        <p:spPr>
          <a:xfrm>
            <a:off x="914400" y="1546338"/>
            <a:ext cx="10363200" cy="38005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solidFill>
                  <a:srgbClr val="216691"/>
                </a:solidFill>
              </a:rPr>
              <a:t>Other Interesting Physics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DA31C07-18D6-5521-8747-D19C71D946D4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363200" cy="38005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solidFill>
                  <a:srgbClr val="216691"/>
                </a:solidFill>
              </a:rPr>
              <a:t>Other Investigation Topics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1AC1246-503B-55EB-3F80-E6AD7840A522}"/>
              </a:ext>
            </a:extLst>
          </p:cNvPr>
          <p:cNvSpPr txBox="1">
            <a:spLocks/>
          </p:cNvSpPr>
          <p:nvPr/>
        </p:nvSpPr>
        <p:spPr>
          <a:xfrm>
            <a:off x="1034144" y="3809049"/>
            <a:ext cx="10363200" cy="2417579"/>
          </a:xfrm>
          <a:prstGeom prst="rect">
            <a:avLst/>
          </a:prstGeom>
        </p:spPr>
        <p:txBody>
          <a:bodyPr vert="horz" lIns="91440" tIns="45720" rIns="91440" bIns="45720" numCol="1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dirty="0"/>
              <a:t>Does oblique wind increase power?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How close is “paired”/”isolated”?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How long a row before properties stop changing?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Connect to </a:t>
            </a:r>
            <a:r>
              <a:rPr lang="en-GB" dirty="0" err="1"/>
              <a:t>LCoE</a:t>
            </a:r>
            <a:r>
              <a:rPr lang="en-GB" dirty="0"/>
              <a:t> model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General guidelines/principles for VAWT pairs/rows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613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A55BA-E0FC-A838-37E0-7A439CC96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0FA5F1-068F-9E4C-92FC-B481F2B44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53366"/>
            <a:ext cx="10439400" cy="43035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latin typeface="Open Sans" panose="020B0606030504020204"/>
              </a:rPr>
              <a:t>VAWT pair power increases from </a:t>
            </a:r>
            <a:r>
              <a:rPr lang="en-GB" dirty="0" err="1">
                <a:latin typeface="Open Sans" panose="020B0606030504020204"/>
              </a:rPr>
              <a:t>AoA</a:t>
            </a:r>
            <a:r>
              <a:rPr lang="en-GB" dirty="0">
                <a:latin typeface="Open Sans" panose="020B0606030504020204"/>
              </a:rPr>
              <a:t> gains + blockage gains</a:t>
            </a:r>
          </a:p>
          <a:p>
            <a:pPr marL="0" indent="0">
              <a:buNone/>
            </a:pPr>
            <a:r>
              <a:rPr lang="en-GB" dirty="0">
                <a:latin typeface="Open Sans" panose="020B0606030504020204"/>
              </a:rPr>
              <a:t>VAWT MRS takes strengths of VAWTs and mitigates their weaknesses</a:t>
            </a:r>
          </a:p>
          <a:p>
            <a:pPr marL="0" indent="0">
              <a:buNone/>
            </a:pPr>
            <a:endParaRPr lang="en-GB" dirty="0">
              <a:latin typeface="Open Sans" panose="020B0606030504020204"/>
            </a:endParaRPr>
          </a:p>
          <a:p>
            <a:pPr marL="0" indent="0">
              <a:buNone/>
            </a:pPr>
            <a:r>
              <a:rPr lang="en-GB" dirty="0">
                <a:latin typeface="Open Sans" panose="020B0606030504020204"/>
              </a:rPr>
              <a:t>An actuator cylinder models VAWTs with low complexity and medium accuracy</a:t>
            </a:r>
          </a:p>
          <a:p>
            <a:pPr marL="0" indent="0">
              <a:buNone/>
            </a:pPr>
            <a:r>
              <a:rPr lang="en-GB" dirty="0">
                <a:latin typeface="Open Sans" panose="020B0606030504020204"/>
              </a:rPr>
              <a:t>My own code…</a:t>
            </a:r>
          </a:p>
          <a:p>
            <a:r>
              <a:rPr lang="en-GB" dirty="0">
                <a:latin typeface="Open Sans" panose="020B0606030504020204"/>
              </a:rPr>
              <a:t>is qualitatively correct</a:t>
            </a:r>
          </a:p>
          <a:p>
            <a:r>
              <a:rPr lang="en-GB" dirty="0">
                <a:latin typeface="Open Sans" panose="020B0606030504020204"/>
              </a:rPr>
              <a:t>will soon be brought up to standard</a:t>
            </a:r>
          </a:p>
          <a:p>
            <a:r>
              <a:rPr lang="en-GB" dirty="0">
                <a:latin typeface="Open Sans" panose="020B0606030504020204"/>
              </a:rPr>
              <a:t>will be improved to well model the MRS</a:t>
            </a:r>
          </a:p>
          <a:p>
            <a:r>
              <a:rPr lang="en-GB" dirty="0">
                <a:latin typeface="Open Sans" panose="020B0606030504020204"/>
              </a:rPr>
              <a:t>is available </a:t>
            </a:r>
            <a:r>
              <a:rPr lang="en-GB" dirty="0">
                <a:latin typeface="Open Sans" panose="020B0606030504020204"/>
                <a:sym typeface="Wingdings" panose="05000000000000000000" pitchFamily="2" charset="2"/>
              </a:rPr>
              <a:t></a:t>
            </a:r>
            <a:endParaRPr lang="en-GB" dirty="0">
              <a:latin typeface="Open Sans" panose="020B0606030504020204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747A0A2-FBBE-05D6-F69F-E98AEE18F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3"/>
            <a:ext cx="10515600" cy="1325563"/>
          </a:xfrm>
        </p:spPr>
        <p:txBody>
          <a:bodyPr/>
          <a:lstStyle/>
          <a:p>
            <a:r>
              <a:rPr lang="en-GB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70606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3013DF-3B30-161F-57B9-0CA2130171B3}"/>
              </a:ext>
            </a:extLst>
          </p:cNvPr>
          <p:cNvSpPr/>
          <p:nvPr/>
        </p:nvSpPr>
        <p:spPr>
          <a:xfrm>
            <a:off x="4267199" y="1553354"/>
            <a:ext cx="4850969" cy="361891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08B7E1-37D0-7686-4824-A58803DA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9000"/>
            <a:ext cx="3428999" cy="1633539"/>
          </a:xfrm>
        </p:spPr>
        <p:txBody>
          <a:bodyPr>
            <a:normAutofit/>
          </a:bodyPr>
          <a:lstStyle/>
          <a:p>
            <a:r>
              <a:rPr lang="en-GB" sz="4800" dirty="0"/>
              <a:t>Thank you for listening!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9AD64E4-1F59-1C76-E72C-F08F5E778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4549" y="5282000"/>
            <a:ext cx="10509251" cy="490538"/>
          </a:xfrm>
        </p:spPr>
        <p:txBody>
          <a:bodyPr>
            <a:normAutofit/>
          </a:bodyPr>
          <a:lstStyle/>
          <a:p>
            <a:pPr algn="ctr"/>
            <a:r>
              <a:rPr lang="en-GB" sz="2000" dirty="0"/>
              <a:t>Please come ask me Qs/share thoughts at my poster or the dinner this evening! </a:t>
            </a:r>
            <a:r>
              <a:rPr lang="en-GB" sz="2000" dirty="0">
                <a:sym typeface="Wingdings" panose="05000000000000000000" pitchFamily="2" charset="2"/>
              </a:rPr>
              <a:t></a:t>
            </a:r>
            <a:endParaRPr lang="en-GB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7D2EF5-C397-9323-2C68-531F1F879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16157" y="1729031"/>
            <a:ext cx="2553056" cy="2600688"/>
          </a:xfrm>
          <a:prstGeom prst="rect">
            <a:avLst/>
          </a:prstGeom>
        </p:spPr>
      </p:pic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5AF6DCFC-6184-EB4A-2E68-4A8142982351}"/>
              </a:ext>
            </a:extLst>
          </p:cNvPr>
          <p:cNvSpPr txBox="1">
            <a:spLocks/>
          </p:cNvSpPr>
          <p:nvPr/>
        </p:nvSpPr>
        <p:spPr>
          <a:xfrm>
            <a:off x="4672738" y="4390194"/>
            <a:ext cx="4039893" cy="7310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>
                <a:hlinkClick r:id="rId5"/>
              </a:rPr>
              <a:t>github.com/</a:t>
            </a:r>
            <a:r>
              <a:rPr lang="en-GB" dirty="0" err="1">
                <a:hlinkClick r:id="rId5"/>
              </a:rPr>
              <a:t>AngusBuck</a:t>
            </a:r>
            <a:r>
              <a:rPr lang="en-GB" dirty="0">
                <a:hlinkClick r:id="rId5"/>
              </a:rPr>
              <a:t>/</a:t>
            </a:r>
            <a:br>
              <a:rPr lang="en-GB" dirty="0">
                <a:hlinkClick r:id="rId5"/>
              </a:rPr>
            </a:br>
            <a:r>
              <a:rPr lang="en-GB" dirty="0">
                <a:hlinkClick r:id="rId5"/>
              </a:rPr>
              <a:t>Multiple-Actuator-Cylinder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3214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1821</Words>
  <Application>Microsoft Office PowerPoint</Application>
  <PresentationFormat>Widescreen</PresentationFormat>
  <Paragraphs>292</Paragraphs>
  <Slides>32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Cambria Math</vt:lpstr>
      <vt:lpstr>Martel Heavy</vt:lpstr>
      <vt:lpstr>Open Sans</vt:lpstr>
      <vt:lpstr>Wingdings</vt:lpstr>
      <vt:lpstr>Office</vt:lpstr>
      <vt:lpstr>Literature review and preliminary actuator cylinder modelling of adjacent VAWTs</vt:lpstr>
      <vt:lpstr>Contents, or: VAWTs – why and how?</vt:lpstr>
      <vt:lpstr>Mechanisms of power gain in adjacent VAWTs</vt:lpstr>
      <vt:lpstr>Mechanisms of power gain in adjacent VAWTs</vt:lpstr>
      <vt:lpstr>Mechanisms of power gain in adjacent VAWTs</vt:lpstr>
      <vt:lpstr>Mechanisms of power gain in adjacent VAWTs</vt:lpstr>
      <vt:lpstr>Mechanisms of power gain in adjacent VAWTs</vt:lpstr>
      <vt:lpstr>VAWTs – why and how?</vt:lpstr>
      <vt:lpstr>Power gain</vt:lpstr>
      <vt:lpstr>VAWTs – why and how?</vt:lpstr>
      <vt:lpstr>VAWT MRS</vt:lpstr>
      <vt:lpstr>My Research: MRS</vt:lpstr>
      <vt:lpstr>VAWTs – why and how?</vt:lpstr>
      <vt:lpstr>The Actuator Cylinder</vt:lpstr>
      <vt:lpstr>The Actuator Disk</vt:lpstr>
      <vt:lpstr>The Actuator Cylinder</vt:lpstr>
      <vt:lpstr>The Actuator Cylinder</vt:lpstr>
      <vt:lpstr>The Actuator Cylinder</vt:lpstr>
      <vt:lpstr>My Research: Code!</vt:lpstr>
      <vt:lpstr>My Code</vt:lpstr>
      <vt:lpstr>My code: qualitatively good</vt:lpstr>
      <vt:lpstr>My code: qualitatively good</vt:lpstr>
      <vt:lpstr>My code: qualitatively good</vt:lpstr>
      <vt:lpstr>My code: qualitatively good</vt:lpstr>
      <vt:lpstr>My code: qualitatively good</vt:lpstr>
      <vt:lpstr>My code: quantitative issues</vt:lpstr>
      <vt:lpstr>My code: quantitative issues</vt:lpstr>
      <vt:lpstr>My code: quantitative issues</vt:lpstr>
      <vt:lpstr>My code: next steps</vt:lpstr>
      <vt:lpstr>Things I didn’t have time for</vt:lpstr>
      <vt:lpstr>Summary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Laskowski, Nina</dc:creator>
  <cp:lastModifiedBy>Angus Buck</cp:lastModifiedBy>
  <cp:revision>59</cp:revision>
  <dcterms:created xsi:type="dcterms:W3CDTF">2023-01-17T19:35:29Z</dcterms:created>
  <dcterms:modified xsi:type="dcterms:W3CDTF">2025-10-09T23:15:07Z</dcterms:modified>
</cp:coreProperties>
</file>